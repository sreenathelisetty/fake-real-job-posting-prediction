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16" r:id="rId1"/>
  </p:sldMasterIdLst>
  <p:notesMasterIdLst>
    <p:notesMasterId r:id="rId13"/>
  </p:notesMasterIdLst>
  <p:sldIdLst>
    <p:sldId id="256" r:id="rId2"/>
    <p:sldId id="258" r:id="rId3"/>
    <p:sldId id="272" r:id="rId4"/>
    <p:sldId id="259" r:id="rId5"/>
    <p:sldId id="260" r:id="rId6"/>
    <p:sldId id="261" r:id="rId7"/>
    <p:sldId id="263" r:id="rId8"/>
    <p:sldId id="267" r:id="rId9"/>
    <p:sldId id="269" r:id="rId10"/>
    <p:sldId id="270" r:id="rId11"/>
    <p:sldId id="271" r:id="rId12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6"/>
  </p:normalViewPr>
  <p:slideViewPr>
    <p:cSldViewPr snapToGrid="0">
      <p:cViewPr varScale="1">
        <p:scale>
          <a:sx n="141" d="100"/>
          <a:sy n="141" d="100"/>
        </p:scale>
        <p:origin x="80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59AF5C-EBEA-4C28-909F-69278A39AD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58EA26-6782-4915-B733-2552B10D205E}">
      <dgm:prSet/>
      <dgm:spPr/>
      <dgm:t>
        <a:bodyPr/>
        <a:lstStyle/>
        <a:p>
          <a:r>
            <a:rPr lang="en-US"/>
            <a:t>Agenda</a:t>
          </a:r>
        </a:p>
      </dgm:t>
    </dgm:pt>
    <dgm:pt modelId="{A1A06896-AF3D-407F-BE5F-4A73A5ABD55C}" type="parTrans" cxnId="{967EC3C2-8E31-4462-B4FB-179738EC8C58}">
      <dgm:prSet/>
      <dgm:spPr/>
      <dgm:t>
        <a:bodyPr/>
        <a:lstStyle/>
        <a:p>
          <a:endParaRPr lang="en-US"/>
        </a:p>
      </dgm:t>
    </dgm:pt>
    <dgm:pt modelId="{D0F94584-838F-4E7D-B4ED-36CD06F1CE0A}" type="sibTrans" cxnId="{967EC3C2-8E31-4462-B4FB-179738EC8C58}">
      <dgm:prSet/>
      <dgm:spPr/>
      <dgm:t>
        <a:bodyPr/>
        <a:lstStyle/>
        <a:p>
          <a:endParaRPr lang="en-US"/>
        </a:p>
      </dgm:t>
    </dgm:pt>
    <dgm:pt modelId="{F9B321F0-B51D-4EB0-AD0B-D94B392D557B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8B9F6017-3793-4C82-B69F-F0E1A1B850F2}" type="parTrans" cxnId="{73096B1E-1ED9-44A2-AF1E-2978DA468702}">
      <dgm:prSet/>
      <dgm:spPr/>
      <dgm:t>
        <a:bodyPr/>
        <a:lstStyle/>
        <a:p>
          <a:endParaRPr lang="en-US"/>
        </a:p>
      </dgm:t>
    </dgm:pt>
    <dgm:pt modelId="{D6228F2B-09B4-4CFD-A57D-FF1C478471E6}" type="sibTrans" cxnId="{73096B1E-1ED9-44A2-AF1E-2978DA468702}">
      <dgm:prSet/>
      <dgm:spPr/>
      <dgm:t>
        <a:bodyPr/>
        <a:lstStyle/>
        <a:p>
          <a:endParaRPr lang="en-US"/>
        </a:p>
      </dgm:t>
    </dgm:pt>
    <dgm:pt modelId="{9CC52298-A5B6-4CF9-87D2-B63AE162FD04}">
      <dgm:prSet/>
      <dgm:spPr/>
      <dgm:t>
        <a:bodyPr/>
        <a:lstStyle/>
        <a:p>
          <a:r>
            <a:rPr lang="en-US"/>
            <a:t>Dataset Summary</a:t>
          </a:r>
        </a:p>
      </dgm:t>
    </dgm:pt>
    <dgm:pt modelId="{379A7B87-F6EE-4C74-BF22-F082DFC2CBBC}" type="parTrans" cxnId="{4A998C07-6787-4A60-A33B-23CB219F913F}">
      <dgm:prSet/>
      <dgm:spPr/>
      <dgm:t>
        <a:bodyPr/>
        <a:lstStyle/>
        <a:p>
          <a:endParaRPr lang="en-US"/>
        </a:p>
      </dgm:t>
    </dgm:pt>
    <dgm:pt modelId="{086C6B35-E9AF-4705-929F-648F0DDBDCC9}" type="sibTrans" cxnId="{4A998C07-6787-4A60-A33B-23CB219F913F}">
      <dgm:prSet/>
      <dgm:spPr/>
      <dgm:t>
        <a:bodyPr/>
        <a:lstStyle/>
        <a:p>
          <a:endParaRPr lang="en-US"/>
        </a:p>
      </dgm:t>
    </dgm:pt>
    <dgm:pt modelId="{CAFE93F5-F1BD-44F0-BAD5-615A2C7639F4}">
      <dgm:prSet/>
      <dgm:spPr/>
      <dgm:t>
        <a:bodyPr/>
        <a:lstStyle/>
        <a:p>
          <a:r>
            <a:rPr lang="en-US"/>
            <a:t>Preprocessing Steps</a:t>
          </a:r>
        </a:p>
      </dgm:t>
    </dgm:pt>
    <dgm:pt modelId="{5C452A5D-0507-41B2-AEB0-92330FD3C2A9}" type="parTrans" cxnId="{14A8C908-8E77-4C76-894C-FC24D0BE05FB}">
      <dgm:prSet/>
      <dgm:spPr/>
      <dgm:t>
        <a:bodyPr/>
        <a:lstStyle/>
        <a:p>
          <a:endParaRPr lang="en-US"/>
        </a:p>
      </dgm:t>
    </dgm:pt>
    <dgm:pt modelId="{2B53D813-601B-4552-94D6-51632939ABF5}" type="sibTrans" cxnId="{14A8C908-8E77-4C76-894C-FC24D0BE05FB}">
      <dgm:prSet/>
      <dgm:spPr/>
      <dgm:t>
        <a:bodyPr/>
        <a:lstStyle/>
        <a:p>
          <a:endParaRPr lang="en-US"/>
        </a:p>
      </dgm:t>
    </dgm:pt>
    <dgm:pt modelId="{6D3DD790-6582-4047-8370-0EEC8BC8AF06}">
      <dgm:prSet/>
      <dgm:spPr/>
      <dgm:t>
        <a:bodyPr/>
        <a:lstStyle/>
        <a:p>
          <a:r>
            <a:rPr lang="en-US"/>
            <a:t>Model Selection</a:t>
          </a:r>
        </a:p>
      </dgm:t>
    </dgm:pt>
    <dgm:pt modelId="{03BEA55D-3776-4D79-BAA8-122FB5BFAA47}" type="parTrans" cxnId="{545AE8CF-AB95-4E1B-A40C-474FB34A9C51}">
      <dgm:prSet/>
      <dgm:spPr/>
      <dgm:t>
        <a:bodyPr/>
        <a:lstStyle/>
        <a:p>
          <a:endParaRPr lang="en-US"/>
        </a:p>
      </dgm:t>
    </dgm:pt>
    <dgm:pt modelId="{5BAA4B0E-213E-4845-9868-110BED6D72BA}" type="sibTrans" cxnId="{545AE8CF-AB95-4E1B-A40C-474FB34A9C51}">
      <dgm:prSet/>
      <dgm:spPr/>
      <dgm:t>
        <a:bodyPr/>
        <a:lstStyle/>
        <a:p>
          <a:endParaRPr lang="en-US"/>
        </a:p>
      </dgm:t>
    </dgm:pt>
    <dgm:pt modelId="{7FF06367-2482-43F7-AD58-B83EA78ADD5F}">
      <dgm:prSet/>
      <dgm:spPr/>
      <dgm:t>
        <a:bodyPr/>
        <a:lstStyle/>
        <a:p>
          <a:r>
            <a:rPr lang="en-US"/>
            <a:t>Evaluation &amp; Results</a:t>
          </a:r>
        </a:p>
      </dgm:t>
    </dgm:pt>
    <dgm:pt modelId="{618A8F3A-741B-45C8-9E35-45965B174FB5}" type="parTrans" cxnId="{332FC7FE-43A1-4A45-B204-94C72A42D2A5}">
      <dgm:prSet/>
      <dgm:spPr/>
      <dgm:t>
        <a:bodyPr/>
        <a:lstStyle/>
        <a:p>
          <a:endParaRPr lang="en-US"/>
        </a:p>
      </dgm:t>
    </dgm:pt>
    <dgm:pt modelId="{466FA476-02B9-40D7-A81F-92A3BED1FED3}" type="sibTrans" cxnId="{332FC7FE-43A1-4A45-B204-94C72A42D2A5}">
      <dgm:prSet/>
      <dgm:spPr/>
      <dgm:t>
        <a:bodyPr/>
        <a:lstStyle/>
        <a:p>
          <a:endParaRPr lang="en-US"/>
        </a:p>
      </dgm:t>
    </dgm:pt>
    <dgm:pt modelId="{461377F0-06D4-430F-9D13-9EE9970A5B3D}">
      <dgm:prSet/>
      <dgm:spPr/>
      <dgm:t>
        <a:bodyPr/>
        <a:lstStyle/>
        <a:p>
          <a:r>
            <a:rPr lang="en-US"/>
            <a:t>Insights &amp; Recommendations</a:t>
          </a:r>
        </a:p>
      </dgm:t>
    </dgm:pt>
    <dgm:pt modelId="{A05A6174-7E88-441B-9368-8A5AF24F94A2}" type="parTrans" cxnId="{A8C1FBA5-D188-4143-BC31-9D8B4DE6D859}">
      <dgm:prSet/>
      <dgm:spPr/>
      <dgm:t>
        <a:bodyPr/>
        <a:lstStyle/>
        <a:p>
          <a:endParaRPr lang="en-US"/>
        </a:p>
      </dgm:t>
    </dgm:pt>
    <dgm:pt modelId="{82B8AA31-5A1A-4A8B-918A-DA4C06F9290D}" type="sibTrans" cxnId="{A8C1FBA5-D188-4143-BC31-9D8B4DE6D859}">
      <dgm:prSet/>
      <dgm:spPr/>
      <dgm:t>
        <a:bodyPr/>
        <a:lstStyle/>
        <a:p>
          <a:endParaRPr lang="en-US"/>
        </a:p>
      </dgm:t>
    </dgm:pt>
    <dgm:pt modelId="{4F7DD79E-45CA-40D2-A4AB-ADD378651E60}">
      <dgm:prSet/>
      <dgm:spPr/>
      <dgm:t>
        <a:bodyPr/>
        <a:lstStyle/>
        <a:p>
          <a:r>
            <a:rPr lang="en-US"/>
            <a:t>Conclusion &amp; Future Work</a:t>
          </a:r>
        </a:p>
      </dgm:t>
    </dgm:pt>
    <dgm:pt modelId="{A6640DD5-7076-46AA-9306-C05F2A317DC7}" type="parTrans" cxnId="{5755BBB5-4175-4CD0-BFEF-4525837A4F0C}">
      <dgm:prSet/>
      <dgm:spPr/>
      <dgm:t>
        <a:bodyPr/>
        <a:lstStyle/>
        <a:p>
          <a:endParaRPr lang="en-US"/>
        </a:p>
      </dgm:t>
    </dgm:pt>
    <dgm:pt modelId="{DF674121-DFED-4386-AF64-A40AE912C56C}" type="sibTrans" cxnId="{5755BBB5-4175-4CD0-BFEF-4525837A4F0C}">
      <dgm:prSet/>
      <dgm:spPr/>
      <dgm:t>
        <a:bodyPr/>
        <a:lstStyle/>
        <a:p>
          <a:endParaRPr lang="en-US"/>
        </a:p>
      </dgm:t>
    </dgm:pt>
    <dgm:pt modelId="{D40DEB19-297B-044B-9DDD-BC3B1441AD77}" type="pres">
      <dgm:prSet presAssocID="{F859AF5C-EBEA-4C28-909F-69278A39AD8B}" presName="vert0" presStyleCnt="0">
        <dgm:presLayoutVars>
          <dgm:dir/>
          <dgm:animOne val="branch"/>
          <dgm:animLvl val="lvl"/>
        </dgm:presLayoutVars>
      </dgm:prSet>
      <dgm:spPr/>
    </dgm:pt>
    <dgm:pt modelId="{30D18F39-1982-6846-8F33-FF8535B98DF7}" type="pres">
      <dgm:prSet presAssocID="{3658EA26-6782-4915-B733-2552B10D205E}" presName="thickLine" presStyleLbl="alignNode1" presStyleIdx="0" presStyleCnt="1"/>
      <dgm:spPr/>
    </dgm:pt>
    <dgm:pt modelId="{846F35E1-8A0B-9446-B0F3-104F043B0B87}" type="pres">
      <dgm:prSet presAssocID="{3658EA26-6782-4915-B733-2552B10D205E}" presName="horz1" presStyleCnt="0"/>
      <dgm:spPr/>
    </dgm:pt>
    <dgm:pt modelId="{51038C3C-36B4-DB41-9DEC-8EF914D49E95}" type="pres">
      <dgm:prSet presAssocID="{3658EA26-6782-4915-B733-2552B10D205E}" presName="tx1" presStyleLbl="revTx" presStyleIdx="0" presStyleCnt="8"/>
      <dgm:spPr/>
    </dgm:pt>
    <dgm:pt modelId="{7B0BB980-FB59-CA48-9B71-07E11298CDA2}" type="pres">
      <dgm:prSet presAssocID="{3658EA26-6782-4915-B733-2552B10D205E}" presName="vert1" presStyleCnt="0"/>
      <dgm:spPr/>
    </dgm:pt>
    <dgm:pt modelId="{D3E20600-FB82-7042-B4CB-529D4D7DDFD9}" type="pres">
      <dgm:prSet presAssocID="{F9B321F0-B51D-4EB0-AD0B-D94B392D557B}" presName="vertSpace2a" presStyleCnt="0"/>
      <dgm:spPr/>
    </dgm:pt>
    <dgm:pt modelId="{721D3C50-6A95-B341-917B-79BD95B7BB36}" type="pres">
      <dgm:prSet presAssocID="{F9B321F0-B51D-4EB0-AD0B-D94B392D557B}" presName="horz2" presStyleCnt="0"/>
      <dgm:spPr/>
    </dgm:pt>
    <dgm:pt modelId="{237F8F2E-2F92-B944-ACE1-BACF9DA516B7}" type="pres">
      <dgm:prSet presAssocID="{F9B321F0-B51D-4EB0-AD0B-D94B392D557B}" presName="horzSpace2" presStyleCnt="0"/>
      <dgm:spPr/>
    </dgm:pt>
    <dgm:pt modelId="{5BAD8C6E-856C-0049-A2EE-38F1A5EDE67D}" type="pres">
      <dgm:prSet presAssocID="{F9B321F0-B51D-4EB0-AD0B-D94B392D557B}" presName="tx2" presStyleLbl="revTx" presStyleIdx="1" presStyleCnt="8"/>
      <dgm:spPr/>
    </dgm:pt>
    <dgm:pt modelId="{0D2FB3C5-E535-9A4F-AB51-F19B038DEF62}" type="pres">
      <dgm:prSet presAssocID="{F9B321F0-B51D-4EB0-AD0B-D94B392D557B}" presName="vert2" presStyleCnt="0"/>
      <dgm:spPr/>
    </dgm:pt>
    <dgm:pt modelId="{E0F2BB0C-3ADA-5B49-9E81-A39C6F490EFA}" type="pres">
      <dgm:prSet presAssocID="{F9B321F0-B51D-4EB0-AD0B-D94B392D557B}" presName="thinLine2b" presStyleLbl="callout" presStyleIdx="0" presStyleCnt="7"/>
      <dgm:spPr/>
    </dgm:pt>
    <dgm:pt modelId="{E5249A66-50B9-4D42-917A-6BBEEE76959E}" type="pres">
      <dgm:prSet presAssocID="{F9B321F0-B51D-4EB0-AD0B-D94B392D557B}" presName="vertSpace2b" presStyleCnt="0"/>
      <dgm:spPr/>
    </dgm:pt>
    <dgm:pt modelId="{B4E4BDE2-6E60-4443-AF0C-779507831526}" type="pres">
      <dgm:prSet presAssocID="{9CC52298-A5B6-4CF9-87D2-B63AE162FD04}" presName="horz2" presStyleCnt="0"/>
      <dgm:spPr/>
    </dgm:pt>
    <dgm:pt modelId="{08F4C7E7-8F1C-8642-8D39-86C6BA6E1B84}" type="pres">
      <dgm:prSet presAssocID="{9CC52298-A5B6-4CF9-87D2-B63AE162FD04}" presName="horzSpace2" presStyleCnt="0"/>
      <dgm:spPr/>
    </dgm:pt>
    <dgm:pt modelId="{20297DC0-ED93-9F47-A55D-B26B0465FA7E}" type="pres">
      <dgm:prSet presAssocID="{9CC52298-A5B6-4CF9-87D2-B63AE162FD04}" presName="tx2" presStyleLbl="revTx" presStyleIdx="2" presStyleCnt="8"/>
      <dgm:spPr/>
    </dgm:pt>
    <dgm:pt modelId="{08E90A3A-7FEE-7141-BA0C-333BF4D20BE8}" type="pres">
      <dgm:prSet presAssocID="{9CC52298-A5B6-4CF9-87D2-B63AE162FD04}" presName="vert2" presStyleCnt="0"/>
      <dgm:spPr/>
    </dgm:pt>
    <dgm:pt modelId="{75C12AC7-19D6-D548-A421-F4C69A966F77}" type="pres">
      <dgm:prSet presAssocID="{9CC52298-A5B6-4CF9-87D2-B63AE162FD04}" presName="thinLine2b" presStyleLbl="callout" presStyleIdx="1" presStyleCnt="7"/>
      <dgm:spPr/>
    </dgm:pt>
    <dgm:pt modelId="{B3ED38C5-68BB-CC47-8B03-D579A8B489D1}" type="pres">
      <dgm:prSet presAssocID="{9CC52298-A5B6-4CF9-87D2-B63AE162FD04}" presName="vertSpace2b" presStyleCnt="0"/>
      <dgm:spPr/>
    </dgm:pt>
    <dgm:pt modelId="{C9E0A839-3CE8-DD43-B32F-66DF949A1A07}" type="pres">
      <dgm:prSet presAssocID="{CAFE93F5-F1BD-44F0-BAD5-615A2C7639F4}" presName="horz2" presStyleCnt="0"/>
      <dgm:spPr/>
    </dgm:pt>
    <dgm:pt modelId="{A212C6C1-F127-4F4D-ACB9-274C720B78D3}" type="pres">
      <dgm:prSet presAssocID="{CAFE93F5-F1BD-44F0-BAD5-615A2C7639F4}" presName="horzSpace2" presStyleCnt="0"/>
      <dgm:spPr/>
    </dgm:pt>
    <dgm:pt modelId="{ED83D7D6-D9D3-A84F-84AD-8E16D155C5BE}" type="pres">
      <dgm:prSet presAssocID="{CAFE93F5-F1BD-44F0-BAD5-615A2C7639F4}" presName="tx2" presStyleLbl="revTx" presStyleIdx="3" presStyleCnt="8"/>
      <dgm:spPr/>
    </dgm:pt>
    <dgm:pt modelId="{10F3476D-2517-1F4C-A53B-4FD4E8AD248D}" type="pres">
      <dgm:prSet presAssocID="{CAFE93F5-F1BD-44F0-BAD5-615A2C7639F4}" presName="vert2" presStyleCnt="0"/>
      <dgm:spPr/>
    </dgm:pt>
    <dgm:pt modelId="{5E322D47-47E1-8E44-97BE-5ECA176B4C00}" type="pres">
      <dgm:prSet presAssocID="{CAFE93F5-F1BD-44F0-BAD5-615A2C7639F4}" presName="thinLine2b" presStyleLbl="callout" presStyleIdx="2" presStyleCnt="7"/>
      <dgm:spPr/>
    </dgm:pt>
    <dgm:pt modelId="{BD28E141-9977-504E-BA9F-C2DE452B56A9}" type="pres">
      <dgm:prSet presAssocID="{CAFE93F5-F1BD-44F0-BAD5-615A2C7639F4}" presName="vertSpace2b" presStyleCnt="0"/>
      <dgm:spPr/>
    </dgm:pt>
    <dgm:pt modelId="{80516A9C-FFFA-D544-913D-7A2D7580739E}" type="pres">
      <dgm:prSet presAssocID="{6D3DD790-6582-4047-8370-0EEC8BC8AF06}" presName="horz2" presStyleCnt="0"/>
      <dgm:spPr/>
    </dgm:pt>
    <dgm:pt modelId="{4A785E6C-1C74-894A-A5B5-5877214B810E}" type="pres">
      <dgm:prSet presAssocID="{6D3DD790-6582-4047-8370-0EEC8BC8AF06}" presName="horzSpace2" presStyleCnt="0"/>
      <dgm:spPr/>
    </dgm:pt>
    <dgm:pt modelId="{84663A3D-A706-2948-8FA1-D4C50618654B}" type="pres">
      <dgm:prSet presAssocID="{6D3DD790-6582-4047-8370-0EEC8BC8AF06}" presName="tx2" presStyleLbl="revTx" presStyleIdx="4" presStyleCnt="8"/>
      <dgm:spPr/>
    </dgm:pt>
    <dgm:pt modelId="{FD97B93C-2187-BB4B-A184-7AFB4C0F8D1C}" type="pres">
      <dgm:prSet presAssocID="{6D3DD790-6582-4047-8370-0EEC8BC8AF06}" presName="vert2" presStyleCnt="0"/>
      <dgm:spPr/>
    </dgm:pt>
    <dgm:pt modelId="{FEC1D9E5-0652-2E4B-BEEA-4A8C932927CB}" type="pres">
      <dgm:prSet presAssocID="{6D3DD790-6582-4047-8370-0EEC8BC8AF06}" presName="thinLine2b" presStyleLbl="callout" presStyleIdx="3" presStyleCnt="7"/>
      <dgm:spPr/>
    </dgm:pt>
    <dgm:pt modelId="{1F7951CE-3642-EF4F-A8ED-334C41718960}" type="pres">
      <dgm:prSet presAssocID="{6D3DD790-6582-4047-8370-0EEC8BC8AF06}" presName="vertSpace2b" presStyleCnt="0"/>
      <dgm:spPr/>
    </dgm:pt>
    <dgm:pt modelId="{093A2285-9E1D-CF41-B838-1A010FE4FBC1}" type="pres">
      <dgm:prSet presAssocID="{7FF06367-2482-43F7-AD58-B83EA78ADD5F}" presName="horz2" presStyleCnt="0"/>
      <dgm:spPr/>
    </dgm:pt>
    <dgm:pt modelId="{D754E104-42C0-384E-8629-EA427EB20D6F}" type="pres">
      <dgm:prSet presAssocID="{7FF06367-2482-43F7-AD58-B83EA78ADD5F}" presName="horzSpace2" presStyleCnt="0"/>
      <dgm:spPr/>
    </dgm:pt>
    <dgm:pt modelId="{57D76F69-5ED9-2B4B-A821-E185EB5BD534}" type="pres">
      <dgm:prSet presAssocID="{7FF06367-2482-43F7-AD58-B83EA78ADD5F}" presName="tx2" presStyleLbl="revTx" presStyleIdx="5" presStyleCnt="8"/>
      <dgm:spPr/>
    </dgm:pt>
    <dgm:pt modelId="{8C4D3407-DEB1-8F45-942C-5E0679581D16}" type="pres">
      <dgm:prSet presAssocID="{7FF06367-2482-43F7-AD58-B83EA78ADD5F}" presName="vert2" presStyleCnt="0"/>
      <dgm:spPr/>
    </dgm:pt>
    <dgm:pt modelId="{48EC5489-A2D1-7B45-BF35-73E489DF3E6A}" type="pres">
      <dgm:prSet presAssocID="{7FF06367-2482-43F7-AD58-B83EA78ADD5F}" presName="thinLine2b" presStyleLbl="callout" presStyleIdx="4" presStyleCnt="7"/>
      <dgm:spPr/>
    </dgm:pt>
    <dgm:pt modelId="{FEE99AF0-DA80-1848-B61A-84C61E9DDEBB}" type="pres">
      <dgm:prSet presAssocID="{7FF06367-2482-43F7-AD58-B83EA78ADD5F}" presName="vertSpace2b" presStyleCnt="0"/>
      <dgm:spPr/>
    </dgm:pt>
    <dgm:pt modelId="{0237F641-6DA2-AD4A-9C96-869F07719CBB}" type="pres">
      <dgm:prSet presAssocID="{461377F0-06D4-430F-9D13-9EE9970A5B3D}" presName="horz2" presStyleCnt="0"/>
      <dgm:spPr/>
    </dgm:pt>
    <dgm:pt modelId="{C9ACCB1C-05EC-AC49-AF6F-65C4B7AB96E4}" type="pres">
      <dgm:prSet presAssocID="{461377F0-06D4-430F-9D13-9EE9970A5B3D}" presName="horzSpace2" presStyleCnt="0"/>
      <dgm:spPr/>
    </dgm:pt>
    <dgm:pt modelId="{2593CC17-702D-484F-96F1-A905AC3CC8B0}" type="pres">
      <dgm:prSet presAssocID="{461377F0-06D4-430F-9D13-9EE9970A5B3D}" presName="tx2" presStyleLbl="revTx" presStyleIdx="6" presStyleCnt="8"/>
      <dgm:spPr/>
    </dgm:pt>
    <dgm:pt modelId="{DF0A92B8-4896-0C4C-BE72-B3E852117C11}" type="pres">
      <dgm:prSet presAssocID="{461377F0-06D4-430F-9D13-9EE9970A5B3D}" presName="vert2" presStyleCnt="0"/>
      <dgm:spPr/>
    </dgm:pt>
    <dgm:pt modelId="{29B37406-85CB-A949-AE0F-631B8FB3B6FC}" type="pres">
      <dgm:prSet presAssocID="{461377F0-06D4-430F-9D13-9EE9970A5B3D}" presName="thinLine2b" presStyleLbl="callout" presStyleIdx="5" presStyleCnt="7"/>
      <dgm:spPr/>
    </dgm:pt>
    <dgm:pt modelId="{6DCD0A89-7CA1-744E-B7A4-36FDA9731B34}" type="pres">
      <dgm:prSet presAssocID="{461377F0-06D4-430F-9D13-9EE9970A5B3D}" presName="vertSpace2b" presStyleCnt="0"/>
      <dgm:spPr/>
    </dgm:pt>
    <dgm:pt modelId="{9D0C5117-C77A-0C4D-A5F0-93FE5D785898}" type="pres">
      <dgm:prSet presAssocID="{4F7DD79E-45CA-40D2-A4AB-ADD378651E60}" presName="horz2" presStyleCnt="0"/>
      <dgm:spPr/>
    </dgm:pt>
    <dgm:pt modelId="{448D04E0-4EE5-B142-9B9D-068ECAAB3CD7}" type="pres">
      <dgm:prSet presAssocID="{4F7DD79E-45CA-40D2-A4AB-ADD378651E60}" presName="horzSpace2" presStyleCnt="0"/>
      <dgm:spPr/>
    </dgm:pt>
    <dgm:pt modelId="{3E314AEE-65FD-2249-97D0-A1F7BA766205}" type="pres">
      <dgm:prSet presAssocID="{4F7DD79E-45CA-40D2-A4AB-ADD378651E60}" presName="tx2" presStyleLbl="revTx" presStyleIdx="7" presStyleCnt="8"/>
      <dgm:spPr/>
    </dgm:pt>
    <dgm:pt modelId="{937F6F2A-49A5-1C43-8BC0-F9FD7238C4B2}" type="pres">
      <dgm:prSet presAssocID="{4F7DD79E-45CA-40D2-A4AB-ADD378651E60}" presName="vert2" presStyleCnt="0"/>
      <dgm:spPr/>
    </dgm:pt>
    <dgm:pt modelId="{0B7163F6-6D20-624A-B305-17C5302D1A28}" type="pres">
      <dgm:prSet presAssocID="{4F7DD79E-45CA-40D2-A4AB-ADD378651E60}" presName="thinLine2b" presStyleLbl="callout" presStyleIdx="6" presStyleCnt="7"/>
      <dgm:spPr/>
    </dgm:pt>
    <dgm:pt modelId="{0AD48B9E-B295-2740-935F-EDF316615250}" type="pres">
      <dgm:prSet presAssocID="{4F7DD79E-45CA-40D2-A4AB-ADD378651E60}" presName="vertSpace2b" presStyleCnt="0"/>
      <dgm:spPr/>
    </dgm:pt>
  </dgm:ptLst>
  <dgm:cxnLst>
    <dgm:cxn modelId="{2CF5AD00-DDA9-CB4A-AC3D-EBEAABFE079A}" type="presOf" srcId="{461377F0-06D4-430F-9D13-9EE9970A5B3D}" destId="{2593CC17-702D-484F-96F1-A905AC3CC8B0}" srcOrd="0" destOrd="0" presId="urn:microsoft.com/office/officeart/2008/layout/LinedList"/>
    <dgm:cxn modelId="{4A998C07-6787-4A60-A33B-23CB219F913F}" srcId="{3658EA26-6782-4915-B733-2552B10D205E}" destId="{9CC52298-A5B6-4CF9-87D2-B63AE162FD04}" srcOrd="1" destOrd="0" parTransId="{379A7B87-F6EE-4C74-BF22-F082DFC2CBBC}" sibTransId="{086C6B35-E9AF-4705-929F-648F0DDBDCC9}"/>
    <dgm:cxn modelId="{14A8C908-8E77-4C76-894C-FC24D0BE05FB}" srcId="{3658EA26-6782-4915-B733-2552B10D205E}" destId="{CAFE93F5-F1BD-44F0-BAD5-615A2C7639F4}" srcOrd="2" destOrd="0" parTransId="{5C452A5D-0507-41B2-AEB0-92330FD3C2A9}" sibTransId="{2B53D813-601B-4552-94D6-51632939ABF5}"/>
    <dgm:cxn modelId="{E378A519-30B1-8347-A095-F8C5414FF117}" type="presOf" srcId="{7FF06367-2482-43F7-AD58-B83EA78ADD5F}" destId="{57D76F69-5ED9-2B4B-A821-E185EB5BD534}" srcOrd="0" destOrd="0" presId="urn:microsoft.com/office/officeart/2008/layout/LinedList"/>
    <dgm:cxn modelId="{73096B1E-1ED9-44A2-AF1E-2978DA468702}" srcId="{3658EA26-6782-4915-B733-2552B10D205E}" destId="{F9B321F0-B51D-4EB0-AD0B-D94B392D557B}" srcOrd="0" destOrd="0" parTransId="{8B9F6017-3793-4C82-B69F-F0E1A1B850F2}" sibTransId="{D6228F2B-09B4-4CFD-A57D-FF1C478471E6}"/>
    <dgm:cxn modelId="{0C989F2F-B1EF-3542-84B8-51370F1093A3}" type="presOf" srcId="{F859AF5C-EBEA-4C28-909F-69278A39AD8B}" destId="{D40DEB19-297B-044B-9DDD-BC3B1441AD77}" srcOrd="0" destOrd="0" presId="urn:microsoft.com/office/officeart/2008/layout/LinedList"/>
    <dgm:cxn modelId="{C14DB547-F2EC-FC4C-936C-4BE1291D5E29}" type="presOf" srcId="{9CC52298-A5B6-4CF9-87D2-B63AE162FD04}" destId="{20297DC0-ED93-9F47-A55D-B26B0465FA7E}" srcOrd="0" destOrd="0" presId="urn:microsoft.com/office/officeart/2008/layout/LinedList"/>
    <dgm:cxn modelId="{31889562-ABC3-0B4A-BBCF-7FE2BCBD330E}" type="presOf" srcId="{CAFE93F5-F1BD-44F0-BAD5-615A2C7639F4}" destId="{ED83D7D6-D9D3-A84F-84AD-8E16D155C5BE}" srcOrd="0" destOrd="0" presId="urn:microsoft.com/office/officeart/2008/layout/LinedList"/>
    <dgm:cxn modelId="{1C9C4175-ED83-564D-B7AE-5ACC79296C23}" type="presOf" srcId="{F9B321F0-B51D-4EB0-AD0B-D94B392D557B}" destId="{5BAD8C6E-856C-0049-A2EE-38F1A5EDE67D}" srcOrd="0" destOrd="0" presId="urn:microsoft.com/office/officeart/2008/layout/LinedList"/>
    <dgm:cxn modelId="{A8C1FBA5-D188-4143-BC31-9D8B4DE6D859}" srcId="{3658EA26-6782-4915-B733-2552B10D205E}" destId="{461377F0-06D4-430F-9D13-9EE9970A5B3D}" srcOrd="5" destOrd="0" parTransId="{A05A6174-7E88-441B-9368-8A5AF24F94A2}" sibTransId="{82B8AA31-5A1A-4A8B-918A-DA4C06F9290D}"/>
    <dgm:cxn modelId="{8F78DBA7-BACA-0347-9E90-0113D91CB020}" type="presOf" srcId="{6D3DD790-6582-4047-8370-0EEC8BC8AF06}" destId="{84663A3D-A706-2948-8FA1-D4C50618654B}" srcOrd="0" destOrd="0" presId="urn:microsoft.com/office/officeart/2008/layout/LinedList"/>
    <dgm:cxn modelId="{5755BBB5-4175-4CD0-BFEF-4525837A4F0C}" srcId="{3658EA26-6782-4915-B733-2552B10D205E}" destId="{4F7DD79E-45CA-40D2-A4AB-ADD378651E60}" srcOrd="6" destOrd="0" parTransId="{A6640DD5-7076-46AA-9306-C05F2A317DC7}" sibTransId="{DF674121-DFED-4386-AF64-A40AE912C56C}"/>
    <dgm:cxn modelId="{967EC3C2-8E31-4462-B4FB-179738EC8C58}" srcId="{F859AF5C-EBEA-4C28-909F-69278A39AD8B}" destId="{3658EA26-6782-4915-B733-2552B10D205E}" srcOrd="0" destOrd="0" parTransId="{A1A06896-AF3D-407F-BE5F-4A73A5ABD55C}" sibTransId="{D0F94584-838F-4E7D-B4ED-36CD06F1CE0A}"/>
    <dgm:cxn modelId="{545AE8CF-AB95-4E1B-A40C-474FB34A9C51}" srcId="{3658EA26-6782-4915-B733-2552B10D205E}" destId="{6D3DD790-6582-4047-8370-0EEC8BC8AF06}" srcOrd="3" destOrd="0" parTransId="{03BEA55D-3776-4D79-BAA8-122FB5BFAA47}" sibTransId="{5BAA4B0E-213E-4845-9868-110BED6D72BA}"/>
    <dgm:cxn modelId="{C55DD2E0-656A-E845-8A7B-2CE0A543CC0C}" type="presOf" srcId="{3658EA26-6782-4915-B733-2552B10D205E}" destId="{51038C3C-36B4-DB41-9DEC-8EF914D49E95}" srcOrd="0" destOrd="0" presId="urn:microsoft.com/office/officeart/2008/layout/LinedList"/>
    <dgm:cxn modelId="{517240E4-2921-C14B-907F-A1EDD458288E}" type="presOf" srcId="{4F7DD79E-45CA-40D2-A4AB-ADD378651E60}" destId="{3E314AEE-65FD-2249-97D0-A1F7BA766205}" srcOrd="0" destOrd="0" presId="urn:microsoft.com/office/officeart/2008/layout/LinedList"/>
    <dgm:cxn modelId="{332FC7FE-43A1-4A45-B204-94C72A42D2A5}" srcId="{3658EA26-6782-4915-B733-2552B10D205E}" destId="{7FF06367-2482-43F7-AD58-B83EA78ADD5F}" srcOrd="4" destOrd="0" parTransId="{618A8F3A-741B-45C8-9E35-45965B174FB5}" sibTransId="{466FA476-02B9-40D7-A81F-92A3BED1FED3}"/>
    <dgm:cxn modelId="{46657679-292F-ED47-8A9A-229BAA51631C}" type="presParOf" srcId="{D40DEB19-297B-044B-9DDD-BC3B1441AD77}" destId="{30D18F39-1982-6846-8F33-FF8535B98DF7}" srcOrd="0" destOrd="0" presId="urn:microsoft.com/office/officeart/2008/layout/LinedList"/>
    <dgm:cxn modelId="{C38331B2-968E-2A45-BD59-0EF3F126EECA}" type="presParOf" srcId="{D40DEB19-297B-044B-9DDD-BC3B1441AD77}" destId="{846F35E1-8A0B-9446-B0F3-104F043B0B87}" srcOrd="1" destOrd="0" presId="urn:microsoft.com/office/officeart/2008/layout/LinedList"/>
    <dgm:cxn modelId="{75F83488-2055-8948-B39E-E5850F15EFB7}" type="presParOf" srcId="{846F35E1-8A0B-9446-B0F3-104F043B0B87}" destId="{51038C3C-36B4-DB41-9DEC-8EF914D49E95}" srcOrd="0" destOrd="0" presId="urn:microsoft.com/office/officeart/2008/layout/LinedList"/>
    <dgm:cxn modelId="{C2BAF696-5B66-1A45-B67E-A94D23687A55}" type="presParOf" srcId="{846F35E1-8A0B-9446-B0F3-104F043B0B87}" destId="{7B0BB980-FB59-CA48-9B71-07E11298CDA2}" srcOrd="1" destOrd="0" presId="urn:microsoft.com/office/officeart/2008/layout/LinedList"/>
    <dgm:cxn modelId="{D7919DB5-DF69-9441-A086-203B0659649B}" type="presParOf" srcId="{7B0BB980-FB59-CA48-9B71-07E11298CDA2}" destId="{D3E20600-FB82-7042-B4CB-529D4D7DDFD9}" srcOrd="0" destOrd="0" presId="urn:microsoft.com/office/officeart/2008/layout/LinedList"/>
    <dgm:cxn modelId="{BD2E73FF-82D0-5640-8617-41DDEBA4947B}" type="presParOf" srcId="{7B0BB980-FB59-CA48-9B71-07E11298CDA2}" destId="{721D3C50-6A95-B341-917B-79BD95B7BB36}" srcOrd="1" destOrd="0" presId="urn:microsoft.com/office/officeart/2008/layout/LinedList"/>
    <dgm:cxn modelId="{380FD02C-3584-2842-B606-F69A820438CC}" type="presParOf" srcId="{721D3C50-6A95-B341-917B-79BD95B7BB36}" destId="{237F8F2E-2F92-B944-ACE1-BACF9DA516B7}" srcOrd="0" destOrd="0" presId="urn:microsoft.com/office/officeart/2008/layout/LinedList"/>
    <dgm:cxn modelId="{04CEED69-4006-ED41-A1BF-C326D337559C}" type="presParOf" srcId="{721D3C50-6A95-B341-917B-79BD95B7BB36}" destId="{5BAD8C6E-856C-0049-A2EE-38F1A5EDE67D}" srcOrd="1" destOrd="0" presId="urn:microsoft.com/office/officeart/2008/layout/LinedList"/>
    <dgm:cxn modelId="{4F649889-FCC6-374A-804B-B202155AD9C7}" type="presParOf" srcId="{721D3C50-6A95-B341-917B-79BD95B7BB36}" destId="{0D2FB3C5-E535-9A4F-AB51-F19B038DEF62}" srcOrd="2" destOrd="0" presId="urn:microsoft.com/office/officeart/2008/layout/LinedList"/>
    <dgm:cxn modelId="{2E8B84D9-D05F-7A4B-8DCB-E3F4B0670F4E}" type="presParOf" srcId="{7B0BB980-FB59-CA48-9B71-07E11298CDA2}" destId="{E0F2BB0C-3ADA-5B49-9E81-A39C6F490EFA}" srcOrd="2" destOrd="0" presId="urn:microsoft.com/office/officeart/2008/layout/LinedList"/>
    <dgm:cxn modelId="{A2007965-E914-064D-B17B-D301D9090CE3}" type="presParOf" srcId="{7B0BB980-FB59-CA48-9B71-07E11298CDA2}" destId="{E5249A66-50B9-4D42-917A-6BBEEE76959E}" srcOrd="3" destOrd="0" presId="urn:microsoft.com/office/officeart/2008/layout/LinedList"/>
    <dgm:cxn modelId="{60F536F6-E54B-6C4E-A687-F79DD3640CCB}" type="presParOf" srcId="{7B0BB980-FB59-CA48-9B71-07E11298CDA2}" destId="{B4E4BDE2-6E60-4443-AF0C-779507831526}" srcOrd="4" destOrd="0" presId="urn:microsoft.com/office/officeart/2008/layout/LinedList"/>
    <dgm:cxn modelId="{5AC9868D-38D0-CC4F-8863-F1C388828617}" type="presParOf" srcId="{B4E4BDE2-6E60-4443-AF0C-779507831526}" destId="{08F4C7E7-8F1C-8642-8D39-86C6BA6E1B84}" srcOrd="0" destOrd="0" presId="urn:microsoft.com/office/officeart/2008/layout/LinedList"/>
    <dgm:cxn modelId="{FF47FC3C-1914-5847-B05C-51A164132AE0}" type="presParOf" srcId="{B4E4BDE2-6E60-4443-AF0C-779507831526}" destId="{20297DC0-ED93-9F47-A55D-B26B0465FA7E}" srcOrd="1" destOrd="0" presId="urn:microsoft.com/office/officeart/2008/layout/LinedList"/>
    <dgm:cxn modelId="{1A3188B8-E0D8-7A4D-8188-19BA9D5F6C99}" type="presParOf" srcId="{B4E4BDE2-6E60-4443-AF0C-779507831526}" destId="{08E90A3A-7FEE-7141-BA0C-333BF4D20BE8}" srcOrd="2" destOrd="0" presId="urn:microsoft.com/office/officeart/2008/layout/LinedList"/>
    <dgm:cxn modelId="{9825A99B-5747-5F40-808E-DC01046E1BB1}" type="presParOf" srcId="{7B0BB980-FB59-CA48-9B71-07E11298CDA2}" destId="{75C12AC7-19D6-D548-A421-F4C69A966F77}" srcOrd="5" destOrd="0" presId="urn:microsoft.com/office/officeart/2008/layout/LinedList"/>
    <dgm:cxn modelId="{1865FE57-69D1-C246-9D47-E839750E31DC}" type="presParOf" srcId="{7B0BB980-FB59-CA48-9B71-07E11298CDA2}" destId="{B3ED38C5-68BB-CC47-8B03-D579A8B489D1}" srcOrd="6" destOrd="0" presId="urn:microsoft.com/office/officeart/2008/layout/LinedList"/>
    <dgm:cxn modelId="{382D3BED-46F3-F442-9867-2DB6DE03C7A6}" type="presParOf" srcId="{7B0BB980-FB59-CA48-9B71-07E11298CDA2}" destId="{C9E0A839-3CE8-DD43-B32F-66DF949A1A07}" srcOrd="7" destOrd="0" presId="urn:microsoft.com/office/officeart/2008/layout/LinedList"/>
    <dgm:cxn modelId="{B94A69A2-4459-8941-9B7D-5D15DDBD0FAF}" type="presParOf" srcId="{C9E0A839-3CE8-DD43-B32F-66DF949A1A07}" destId="{A212C6C1-F127-4F4D-ACB9-274C720B78D3}" srcOrd="0" destOrd="0" presId="urn:microsoft.com/office/officeart/2008/layout/LinedList"/>
    <dgm:cxn modelId="{32680D7F-D630-5141-92DC-F96511CD2778}" type="presParOf" srcId="{C9E0A839-3CE8-DD43-B32F-66DF949A1A07}" destId="{ED83D7D6-D9D3-A84F-84AD-8E16D155C5BE}" srcOrd="1" destOrd="0" presId="urn:microsoft.com/office/officeart/2008/layout/LinedList"/>
    <dgm:cxn modelId="{91FDDF2D-9512-1645-B547-B61389CC9B06}" type="presParOf" srcId="{C9E0A839-3CE8-DD43-B32F-66DF949A1A07}" destId="{10F3476D-2517-1F4C-A53B-4FD4E8AD248D}" srcOrd="2" destOrd="0" presId="urn:microsoft.com/office/officeart/2008/layout/LinedList"/>
    <dgm:cxn modelId="{7888CE86-D74B-AE46-A88D-61ADD090E9B2}" type="presParOf" srcId="{7B0BB980-FB59-CA48-9B71-07E11298CDA2}" destId="{5E322D47-47E1-8E44-97BE-5ECA176B4C00}" srcOrd="8" destOrd="0" presId="urn:microsoft.com/office/officeart/2008/layout/LinedList"/>
    <dgm:cxn modelId="{5EF47678-1552-6644-B416-2526C4BF10A3}" type="presParOf" srcId="{7B0BB980-FB59-CA48-9B71-07E11298CDA2}" destId="{BD28E141-9977-504E-BA9F-C2DE452B56A9}" srcOrd="9" destOrd="0" presId="urn:microsoft.com/office/officeart/2008/layout/LinedList"/>
    <dgm:cxn modelId="{07FE9BED-C204-D042-8611-2736DA68D5AE}" type="presParOf" srcId="{7B0BB980-FB59-CA48-9B71-07E11298CDA2}" destId="{80516A9C-FFFA-D544-913D-7A2D7580739E}" srcOrd="10" destOrd="0" presId="urn:microsoft.com/office/officeart/2008/layout/LinedList"/>
    <dgm:cxn modelId="{979C3465-809E-7748-8832-99E26F610663}" type="presParOf" srcId="{80516A9C-FFFA-D544-913D-7A2D7580739E}" destId="{4A785E6C-1C74-894A-A5B5-5877214B810E}" srcOrd="0" destOrd="0" presId="urn:microsoft.com/office/officeart/2008/layout/LinedList"/>
    <dgm:cxn modelId="{9C2448C9-4245-8A46-B7D4-57DE7B5CD844}" type="presParOf" srcId="{80516A9C-FFFA-D544-913D-7A2D7580739E}" destId="{84663A3D-A706-2948-8FA1-D4C50618654B}" srcOrd="1" destOrd="0" presId="urn:microsoft.com/office/officeart/2008/layout/LinedList"/>
    <dgm:cxn modelId="{4317A9ED-0E23-3143-B517-14C984B8E27F}" type="presParOf" srcId="{80516A9C-FFFA-D544-913D-7A2D7580739E}" destId="{FD97B93C-2187-BB4B-A184-7AFB4C0F8D1C}" srcOrd="2" destOrd="0" presId="urn:microsoft.com/office/officeart/2008/layout/LinedList"/>
    <dgm:cxn modelId="{3851BEE2-1FBB-0E4D-A593-89AC4AC8B991}" type="presParOf" srcId="{7B0BB980-FB59-CA48-9B71-07E11298CDA2}" destId="{FEC1D9E5-0652-2E4B-BEEA-4A8C932927CB}" srcOrd="11" destOrd="0" presId="urn:microsoft.com/office/officeart/2008/layout/LinedList"/>
    <dgm:cxn modelId="{3F7F722A-8166-BA40-AA5C-97DAC35AABAF}" type="presParOf" srcId="{7B0BB980-FB59-CA48-9B71-07E11298CDA2}" destId="{1F7951CE-3642-EF4F-A8ED-334C41718960}" srcOrd="12" destOrd="0" presId="urn:microsoft.com/office/officeart/2008/layout/LinedList"/>
    <dgm:cxn modelId="{1B0B3907-68E9-BC4D-B523-1BC6B6C66CEC}" type="presParOf" srcId="{7B0BB980-FB59-CA48-9B71-07E11298CDA2}" destId="{093A2285-9E1D-CF41-B838-1A010FE4FBC1}" srcOrd="13" destOrd="0" presId="urn:microsoft.com/office/officeart/2008/layout/LinedList"/>
    <dgm:cxn modelId="{4D730F34-E357-2C4C-AB84-C3E4060E5B11}" type="presParOf" srcId="{093A2285-9E1D-CF41-B838-1A010FE4FBC1}" destId="{D754E104-42C0-384E-8629-EA427EB20D6F}" srcOrd="0" destOrd="0" presId="urn:microsoft.com/office/officeart/2008/layout/LinedList"/>
    <dgm:cxn modelId="{850E25F8-D47A-B747-A85B-27F49C3C1F51}" type="presParOf" srcId="{093A2285-9E1D-CF41-B838-1A010FE4FBC1}" destId="{57D76F69-5ED9-2B4B-A821-E185EB5BD534}" srcOrd="1" destOrd="0" presId="urn:microsoft.com/office/officeart/2008/layout/LinedList"/>
    <dgm:cxn modelId="{F5368277-37A2-C94D-BF4A-FD9EFA9F7A84}" type="presParOf" srcId="{093A2285-9E1D-CF41-B838-1A010FE4FBC1}" destId="{8C4D3407-DEB1-8F45-942C-5E0679581D16}" srcOrd="2" destOrd="0" presId="urn:microsoft.com/office/officeart/2008/layout/LinedList"/>
    <dgm:cxn modelId="{13D25496-04AA-6C44-8DEE-88BC05EFA866}" type="presParOf" srcId="{7B0BB980-FB59-CA48-9B71-07E11298CDA2}" destId="{48EC5489-A2D1-7B45-BF35-73E489DF3E6A}" srcOrd="14" destOrd="0" presId="urn:microsoft.com/office/officeart/2008/layout/LinedList"/>
    <dgm:cxn modelId="{15BC71D3-F928-A24F-8E1F-05629D1FEC06}" type="presParOf" srcId="{7B0BB980-FB59-CA48-9B71-07E11298CDA2}" destId="{FEE99AF0-DA80-1848-B61A-84C61E9DDEBB}" srcOrd="15" destOrd="0" presId="urn:microsoft.com/office/officeart/2008/layout/LinedList"/>
    <dgm:cxn modelId="{6152B292-B5CE-214B-9553-1D7BA0C1D3C3}" type="presParOf" srcId="{7B0BB980-FB59-CA48-9B71-07E11298CDA2}" destId="{0237F641-6DA2-AD4A-9C96-869F07719CBB}" srcOrd="16" destOrd="0" presId="urn:microsoft.com/office/officeart/2008/layout/LinedList"/>
    <dgm:cxn modelId="{D13C3155-9BC9-5349-9AFB-720A29C9DC25}" type="presParOf" srcId="{0237F641-6DA2-AD4A-9C96-869F07719CBB}" destId="{C9ACCB1C-05EC-AC49-AF6F-65C4B7AB96E4}" srcOrd="0" destOrd="0" presId="urn:microsoft.com/office/officeart/2008/layout/LinedList"/>
    <dgm:cxn modelId="{A5FB2A30-AB03-7644-8C50-E11C952D50C0}" type="presParOf" srcId="{0237F641-6DA2-AD4A-9C96-869F07719CBB}" destId="{2593CC17-702D-484F-96F1-A905AC3CC8B0}" srcOrd="1" destOrd="0" presId="urn:microsoft.com/office/officeart/2008/layout/LinedList"/>
    <dgm:cxn modelId="{9530E43C-8FC7-7649-A21C-B1E1799ECEBB}" type="presParOf" srcId="{0237F641-6DA2-AD4A-9C96-869F07719CBB}" destId="{DF0A92B8-4896-0C4C-BE72-B3E852117C11}" srcOrd="2" destOrd="0" presId="urn:microsoft.com/office/officeart/2008/layout/LinedList"/>
    <dgm:cxn modelId="{2BE7CE08-6B21-964E-A5E7-8F913EEE756E}" type="presParOf" srcId="{7B0BB980-FB59-CA48-9B71-07E11298CDA2}" destId="{29B37406-85CB-A949-AE0F-631B8FB3B6FC}" srcOrd="17" destOrd="0" presId="urn:microsoft.com/office/officeart/2008/layout/LinedList"/>
    <dgm:cxn modelId="{DCE66078-A5B0-3744-8F7F-58A23076614F}" type="presParOf" srcId="{7B0BB980-FB59-CA48-9B71-07E11298CDA2}" destId="{6DCD0A89-7CA1-744E-B7A4-36FDA9731B34}" srcOrd="18" destOrd="0" presId="urn:microsoft.com/office/officeart/2008/layout/LinedList"/>
    <dgm:cxn modelId="{A32DD37C-D9F4-B24E-833A-4269F1EB6F70}" type="presParOf" srcId="{7B0BB980-FB59-CA48-9B71-07E11298CDA2}" destId="{9D0C5117-C77A-0C4D-A5F0-93FE5D785898}" srcOrd="19" destOrd="0" presId="urn:microsoft.com/office/officeart/2008/layout/LinedList"/>
    <dgm:cxn modelId="{54F30391-3B5C-7A44-8AED-5C5BE1236712}" type="presParOf" srcId="{9D0C5117-C77A-0C4D-A5F0-93FE5D785898}" destId="{448D04E0-4EE5-B142-9B9D-068ECAAB3CD7}" srcOrd="0" destOrd="0" presId="urn:microsoft.com/office/officeart/2008/layout/LinedList"/>
    <dgm:cxn modelId="{DD992650-17A7-8046-8386-91B6AFFE88B0}" type="presParOf" srcId="{9D0C5117-C77A-0C4D-A5F0-93FE5D785898}" destId="{3E314AEE-65FD-2249-97D0-A1F7BA766205}" srcOrd="1" destOrd="0" presId="urn:microsoft.com/office/officeart/2008/layout/LinedList"/>
    <dgm:cxn modelId="{6846C350-0C56-BF46-90D7-F190CA5DF955}" type="presParOf" srcId="{9D0C5117-C77A-0C4D-A5F0-93FE5D785898}" destId="{937F6F2A-49A5-1C43-8BC0-F9FD7238C4B2}" srcOrd="2" destOrd="0" presId="urn:microsoft.com/office/officeart/2008/layout/LinedList"/>
    <dgm:cxn modelId="{C9B01D1F-3B68-3B43-9BBB-3FD14FF0DF70}" type="presParOf" srcId="{7B0BB980-FB59-CA48-9B71-07E11298CDA2}" destId="{0B7163F6-6D20-624A-B305-17C5302D1A28}" srcOrd="20" destOrd="0" presId="urn:microsoft.com/office/officeart/2008/layout/LinedList"/>
    <dgm:cxn modelId="{F4B6958F-62DD-A84B-8FB5-0BC740504385}" type="presParOf" srcId="{7B0BB980-FB59-CA48-9B71-07E11298CDA2}" destId="{0AD48B9E-B295-2740-935F-EDF316615250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008579-4187-4E71-A453-281D193A1D6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C783F1-494D-4CC3-8E8B-C1A92C521FB2}">
      <dgm:prSet/>
      <dgm:spPr/>
      <dgm:t>
        <a:bodyPr/>
        <a:lstStyle/>
        <a:p>
          <a:r>
            <a:rPr lang="en-US" i="1"/>
            <a:t>Fake job postings harm job seekers and erode trust.</a:t>
          </a:r>
          <a:endParaRPr lang="en-US"/>
        </a:p>
      </dgm:t>
    </dgm:pt>
    <dgm:pt modelId="{9A861431-D915-4A09-ACE1-3F68856EFDFA}" type="parTrans" cxnId="{AE55E905-B01B-4DE7-80BF-D678DD92A709}">
      <dgm:prSet/>
      <dgm:spPr/>
      <dgm:t>
        <a:bodyPr/>
        <a:lstStyle/>
        <a:p>
          <a:endParaRPr lang="en-US"/>
        </a:p>
      </dgm:t>
    </dgm:pt>
    <dgm:pt modelId="{DA399D32-9A08-4407-8C3F-5A07FDE1BEC3}" type="sibTrans" cxnId="{AE55E905-B01B-4DE7-80BF-D678DD92A709}">
      <dgm:prSet/>
      <dgm:spPr/>
      <dgm:t>
        <a:bodyPr/>
        <a:lstStyle/>
        <a:p>
          <a:endParaRPr lang="en-US"/>
        </a:p>
      </dgm:t>
    </dgm:pt>
    <dgm:pt modelId="{2434C497-B85C-4269-AF00-3FC2CDA3205D}">
      <dgm:prSet/>
      <dgm:spPr/>
      <dgm:t>
        <a:bodyPr/>
        <a:lstStyle/>
        <a:p>
          <a:r>
            <a:rPr lang="en-US" i="1"/>
            <a:t>Goal: Develop a machine learning model to identify fraud.</a:t>
          </a:r>
          <a:endParaRPr lang="en-US"/>
        </a:p>
      </dgm:t>
    </dgm:pt>
    <dgm:pt modelId="{EADACCD1-AA93-490B-98B9-7920B672F0A3}" type="parTrans" cxnId="{1BB3691D-CBF1-4935-8A9E-2278DA50AAC3}">
      <dgm:prSet/>
      <dgm:spPr/>
      <dgm:t>
        <a:bodyPr/>
        <a:lstStyle/>
        <a:p>
          <a:endParaRPr lang="en-US"/>
        </a:p>
      </dgm:t>
    </dgm:pt>
    <dgm:pt modelId="{449E2DEC-FFD7-421C-A5A4-3DA4055CFA06}" type="sibTrans" cxnId="{1BB3691D-CBF1-4935-8A9E-2278DA50AAC3}">
      <dgm:prSet/>
      <dgm:spPr/>
      <dgm:t>
        <a:bodyPr/>
        <a:lstStyle/>
        <a:p>
          <a:endParaRPr lang="en-US"/>
        </a:p>
      </dgm:t>
    </dgm:pt>
    <dgm:pt modelId="{9F24FC14-AE15-B74D-BE9F-21EF1F2C07A9}" type="pres">
      <dgm:prSet presAssocID="{AD008579-4187-4E71-A453-281D193A1D6C}" presName="linear" presStyleCnt="0">
        <dgm:presLayoutVars>
          <dgm:animLvl val="lvl"/>
          <dgm:resizeHandles val="exact"/>
        </dgm:presLayoutVars>
      </dgm:prSet>
      <dgm:spPr/>
    </dgm:pt>
    <dgm:pt modelId="{6DF5114C-B04F-E64A-84F0-385AE423FCC6}" type="pres">
      <dgm:prSet presAssocID="{0CC783F1-494D-4CC3-8E8B-C1A92C521FB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6CA60B5-B681-494E-9BD9-143662B6D075}" type="pres">
      <dgm:prSet presAssocID="{DA399D32-9A08-4407-8C3F-5A07FDE1BEC3}" presName="spacer" presStyleCnt="0"/>
      <dgm:spPr/>
    </dgm:pt>
    <dgm:pt modelId="{6B4AA7BB-5BE9-EC45-8D4A-742F32BA0EE6}" type="pres">
      <dgm:prSet presAssocID="{2434C497-B85C-4269-AF00-3FC2CDA3205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55E905-B01B-4DE7-80BF-D678DD92A709}" srcId="{AD008579-4187-4E71-A453-281D193A1D6C}" destId="{0CC783F1-494D-4CC3-8E8B-C1A92C521FB2}" srcOrd="0" destOrd="0" parTransId="{9A861431-D915-4A09-ACE1-3F68856EFDFA}" sibTransId="{DA399D32-9A08-4407-8C3F-5A07FDE1BEC3}"/>
    <dgm:cxn modelId="{1BB3691D-CBF1-4935-8A9E-2278DA50AAC3}" srcId="{AD008579-4187-4E71-A453-281D193A1D6C}" destId="{2434C497-B85C-4269-AF00-3FC2CDA3205D}" srcOrd="1" destOrd="0" parTransId="{EADACCD1-AA93-490B-98B9-7920B672F0A3}" sibTransId="{449E2DEC-FFD7-421C-A5A4-3DA4055CFA06}"/>
    <dgm:cxn modelId="{AF978651-CB89-F148-87DD-853DC830B0FD}" type="presOf" srcId="{0CC783F1-494D-4CC3-8E8B-C1A92C521FB2}" destId="{6DF5114C-B04F-E64A-84F0-385AE423FCC6}" srcOrd="0" destOrd="0" presId="urn:microsoft.com/office/officeart/2005/8/layout/vList2"/>
    <dgm:cxn modelId="{914DBB7E-074B-C445-88D2-B6FC103B1E26}" type="presOf" srcId="{AD008579-4187-4E71-A453-281D193A1D6C}" destId="{9F24FC14-AE15-B74D-BE9F-21EF1F2C07A9}" srcOrd="0" destOrd="0" presId="urn:microsoft.com/office/officeart/2005/8/layout/vList2"/>
    <dgm:cxn modelId="{9CC9CABC-96C0-DE42-970E-7403108B35CC}" type="presOf" srcId="{2434C497-B85C-4269-AF00-3FC2CDA3205D}" destId="{6B4AA7BB-5BE9-EC45-8D4A-742F32BA0EE6}" srcOrd="0" destOrd="0" presId="urn:microsoft.com/office/officeart/2005/8/layout/vList2"/>
    <dgm:cxn modelId="{0D9F7B38-959F-2845-84B5-B7743E1C99C7}" type="presParOf" srcId="{9F24FC14-AE15-B74D-BE9F-21EF1F2C07A9}" destId="{6DF5114C-B04F-E64A-84F0-385AE423FCC6}" srcOrd="0" destOrd="0" presId="urn:microsoft.com/office/officeart/2005/8/layout/vList2"/>
    <dgm:cxn modelId="{8540F9C2-8C44-6E49-AF77-04A75C10FF1F}" type="presParOf" srcId="{9F24FC14-AE15-B74D-BE9F-21EF1F2C07A9}" destId="{E6CA60B5-B681-494E-9BD9-143662B6D075}" srcOrd="1" destOrd="0" presId="urn:microsoft.com/office/officeart/2005/8/layout/vList2"/>
    <dgm:cxn modelId="{663DCCCF-8264-C44D-9CFE-FA6C5FB6030A}" type="presParOf" srcId="{9F24FC14-AE15-B74D-BE9F-21EF1F2C07A9}" destId="{6B4AA7BB-5BE9-EC45-8D4A-742F32BA0EE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F47BE4-60B0-404A-9E88-7DB4E1D1D675}" type="doc">
      <dgm:prSet loTypeId="urn:microsoft.com/office/officeart/2016/7/layout/Basic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1EDFBDF-3E16-4A27-92E0-2E15B1DD1257}">
      <dgm:prSet/>
      <dgm:spPr/>
      <dgm:t>
        <a:bodyPr/>
        <a:lstStyle/>
        <a:p>
          <a:r>
            <a:rPr lang="en-US"/>
            <a:t>Raw Data</a:t>
          </a:r>
        </a:p>
      </dgm:t>
    </dgm:pt>
    <dgm:pt modelId="{3457DA12-02C5-4481-B867-B87E29CA47DF}" type="parTrans" cxnId="{F277DEEA-10DD-4142-AF07-BA77CD0108DF}">
      <dgm:prSet/>
      <dgm:spPr/>
      <dgm:t>
        <a:bodyPr/>
        <a:lstStyle/>
        <a:p>
          <a:endParaRPr lang="en-US"/>
        </a:p>
      </dgm:t>
    </dgm:pt>
    <dgm:pt modelId="{569458D5-CA72-470A-9DF6-23316ADD6DC2}" type="sibTrans" cxnId="{F277DEEA-10DD-4142-AF07-BA77CD0108DF}">
      <dgm:prSet/>
      <dgm:spPr/>
      <dgm:t>
        <a:bodyPr/>
        <a:lstStyle/>
        <a:p>
          <a:endParaRPr lang="en-US"/>
        </a:p>
      </dgm:t>
    </dgm:pt>
    <dgm:pt modelId="{C9EE5505-1DD8-4E1A-8F86-061152F5575F}">
      <dgm:prSet/>
      <dgm:spPr/>
      <dgm:t>
        <a:bodyPr/>
        <a:lstStyle/>
        <a:p>
          <a:r>
            <a:rPr lang="en-US"/>
            <a:t>Handling Missing Values</a:t>
          </a:r>
        </a:p>
      </dgm:t>
    </dgm:pt>
    <dgm:pt modelId="{C706258D-AACC-40D5-81C2-527961ECA8A7}" type="parTrans" cxnId="{211D9EDD-2966-44DD-A601-33E5350F0BE5}">
      <dgm:prSet/>
      <dgm:spPr/>
      <dgm:t>
        <a:bodyPr/>
        <a:lstStyle/>
        <a:p>
          <a:endParaRPr lang="en-US"/>
        </a:p>
      </dgm:t>
    </dgm:pt>
    <dgm:pt modelId="{FF44C525-EDB4-4708-AF17-1D1B5EB51992}" type="sibTrans" cxnId="{211D9EDD-2966-44DD-A601-33E5350F0BE5}">
      <dgm:prSet/>
      <dgm:spPr/>
      <dgm:t>
        <a:bodyPr/>
        <a:lstStyle/>
        <a:p>
          <a:endParaRPr lang="en-US"/>
        </a:p>
      </dgm:t>
    </dgm:pt>
    <dgm:pt modelId="{DF520667-0700-4BE9-A6CD-6B2A451DCDE1}">
      <dgm:prSet/>
      <dgm:spPr/>
      <dgm:t>
        <a:bodyPr/>
        <a:lstStyle/>
        <a:p>
          <a:r>
            <a:rPr lang="en-US"/>
            <a:t>Text Normalization</a:t>
          </a:r>
        </a:p>
      </dgm:t>
    </dgm:pt>
    <dgm:pt modelId="{78E40174-CB18-4C39-94D4-DD9B1B2C7260}" type="parTrans" cxnId="{ACDC591D-8102-44C1-9529-8E27304ACE25}">
      <dgm:prSet/>
      <dgm:spPr/>
      <dgm:t>
        <a:bodyPr/>
        <a:lstStyle/>
        <a:p>
          <a:endParaRPr lang="en-US"/>
        </a:p>
      </dgm:t>
    </dgm:pt>
    <dgm:pt modelId="{39FC0E22-7859-4F8E-B47E-4C853C27145A}" type="sibTrans" cxnId="{ACDC591D-8102-44C1-9529-8E27304ACE25}">
      <dgm:prSet/>
      <dgm:spPr/>
      <dgm:t>
        <a:bodyPr/>
        <a:lstStyle/>
        <a:p>
          <a:endParaRPr lang="en-US"/>
        </a:p>
      </dgm:t>
    </dgm:pt>
    <dgm:pt modelId="{27FFF7EB-F063-47B4-A03A-B5E98F19C69D}">
      <dgm:prSet/>
      <dgm:spPr/>
      <dgm:t>
        <a:bodyPr/>
        <a:lstStyle/>
        <a:p>
          <a:r>
            <a:rPr lang="en-US"/>
            <a:t>Tokenization &amp; Stopword Removal</a:t>
          </a:r>
        </a:p>
      </dgm:t>
    </dgm:pt>
    <dgm:pt modelId="{B0BEE6D3-50F9-4EBE-B5A3-6A5A2EFE53C4}" type="parTrans" cxnId="{0C923A26-7B03-4A91-973F-1E3F10CAA02D}">
      <dgm:prSet/>
      <dgm:spPr/>
      <dgm:t>
        <a:bodyPr/>
        <a:lstStyle/>
        <a:p>
          <a:endParaRPr lang="en-US"/>
        </a:p>
      </dgm:t>
    </dgm:pt>
    <dgm:pt modelId="{22FD2562-94EE-4D40-9A7F-48312DB153D4}" type="sibTrans" cxnId="{0C923A26-7B03-4A91-973F-1E3F10CAA02D}">
      <dgm:prSet/>
      <dgm:spPr/>
      <dgm:t>
        <a:bodyPr/>
        <a:lstStyle/>
        <a:p>
          <a:endParaRPr lang="en-US"/>
        </a:p>
      </dgm:t>
    </dgm:pt>
    <dgm:pt modelId="{10C69A1C-07B0-45F6-9163-1568E17D9B0F}">
      <dgm:prSet/>
      <dgm:spPr/>
      <dgm:t>
        <a:bodyPr/>
        <a:lstStyle/>
        <a:p>
          <a:r>
            <a:rPr lang="en-US"/>
            <a:t>Cleaned Data</a:t>
          </a:r>
        </a:p>
      </dgm:t>
    </dgm:pt>
    <dgm:pt modelId="{DFD2A219-2DB4-4F16-B290-3AB6A5FC9BF0}" type="parTrans" cxnId="{EDEFD912-29C6-45AD-8CFA-E9F570AFE02E}">
      <dgm:prSet/>
      <dgm:spPr/>
      <dgm:t>
        <a:bodyPr/>
        <a:lstStyle/>
        <a:p>
          <a:endParaRPr lang="en-US"/>
        </a:p>
      </dgm:t>
    </dgm:pt>
    <dgm:pt modelId="{3A5967F2-1705-4DA6-B17D-E10901798791}" type="sibTrans" cxnId="{EDEFD912-29C6-45AD-8CFA-E9F570AFE02E}">
      <dgm:prSet/>
      <dgm:spPr/>
      <dgm:t>
        <a:bodyPr/>
        <a:lstStyle/>
        <a:p>
          <a:endParaRPr lang="en-US"/>
        </a:p>
      </dgm:t>
    </dgm:pt>
    <dgm:pt modelId="{64C30DBF-9403-6C4F-9E33-55F7C5F0D407}" type="pres">
      <dgm:prSet presAssocID="{DDF47BE4-60B0-404A-9E88-7DB4E1D1D675}" presName="Name0" presStyleCnt="0">
        <dgm:presLayoutVars>
          <dgm:dir/>
          <dgm:resizeHandles val="exact"/>
        </dgm:presLayoutVars>
      </dgm:prSet>
      <dgm:spPr/>
    </dgm:pt>
    <dgm:pt modelId="{85AD3E85-228A-0D40-9769-BAFEDD27ECB1}" type="pres">
      <dgm:prSet presAssocID="{A1EDFBDF-3E16-4A27-92E0-2E15B1DD1257}" presName="node" presStyleLbl="node1" presStyleIdx="0" presStyleCnt="9">
        <dgm:presLayoutVars>
          <dgm:bulletEnabled val="1"/>
        </dgm:presLayoutVars>
      </dgm:prSet>
      <dgm:spPr/>
    </dgm:pt>
    <dgm:pt modelId="{DCCF7954-91ED-7B40-AE2D-6CC39CE6D84A}" type="pres">
      <dgm:prSet presAssocID="{569458D5-CA72-470A-9DF6-23316ADD6DC2}" presName="sibTransSpacerBeforeConnector" presStyleCnt="0"/>
      <dgm:spPr/>
    </dgm:pt>
    <dgm:pt modelId="{23697BF7-3982-4C4B-A5AE-45488E9A84B9}" type="pres">
      <dgm:prSet presAssocID="{569458D5-CA72-470A-9DF6-23316ADD6DC2}" presName="sibTrans" presStyleLbl="node1" presStyleIdx="1" presStyleCnt="9"/>
      <dgm:spPr/>
    </dgm:pt>
    <dgm:pt modelId="{7146247E-9F01-C647-9E0E-1D57B94D2D43}" type="pres">
      <dgm:prSet presAssocID="{569458D5-CA72-470A-9DF6-23316ADD6DC2}" presName="sibTransSpacerAfterConnector" presStyleCnt="0"/>
      <dgm:spPr/>
    </dgm:pt>
    <dgm:pt modelId="{48F43643-747A-CB47-B4CD-2006C6696244}" type="pres">
      <dgm:prSet presAssocID="{C9EE5505-1DD8-4E1A-8F86-061152F5575F}" presName="node" presStyleLbl="node1" presStyleIdx="2" presStyleCnt="9">
        <dgm:presLayoutVars>
          <dgm:bulletEnabled val="1"/>
        </dgm:presLayoutVars>
      </dgm:prSet>
      <dgm:spPr/>
    </dgm:pt>
    <dgm:pt modelId="{51D487FD-999E-6142-BC3B-7C1B09114C7C}" type="pres">
      <dgm:prSet presAssocID="{FF44C525-EDB4-4708-AF17-1D1B5EB51992}" presName="sibTransSpacerBeforeConnector" presStyleCnt="0"/>
      <dgm:spPr/>
    </dgm:pt>
    <dgm:pt modelId="{A474499D-99C1-CA45-9C20-83B993ECCAA6}" type="pres">
      <dgm:prSet presAssocID="{FF44C525-EDB4-4708-AF17-1D1B5EB51992}" presName="sibTrans" presStyleLbl="node1" presStyleIdx="3" presStyleCnt="9"/>
      <dgm:spPr/>
    </dgm:pt>
    <dgm:pt modelId="{6CB54ADA-D7AE-2F43-9011-5412A5FABE5E}" type="pres">
      <dgm:prSet presAssocID="{FF44C525-EDB4-4708-AF17-1D1B5EB51992}" presName="sibTransSpacerAfterConnector" presStyleCnt="0"/>
      <dgm:spPr/>
    </dgm:pt>
    <dgm:pt modelId="{F012A225-501F-EA41-816C-CC8E3445C194}" type="pres">
      <dgm:prSet presAssocID="{DF520667-0700-4BE9-A6CD-6B2A451DCDE1}" presName="node" presStyleLbl="node1" presStyleIdx="4" presStyleCnt="9">
        <dgm:presLayoutVars>
          <dgm:bulletEnabled val="1"/>
        </dgm:presLayoutVars>
      </dgm:prSet>
      <dgm:spPr/>
    </dgm:pt>
    <dgm:pt modelId="{5783B440-D120-A041-B808-474F0DB34F4A}" type="pres">
      <dgm:prSet presAssocID="{39FC0E22-7859-4F8E-B47E-4C853C27145A}" presName="sibTransSpacerBeforeConnector" presStyleCnt="0"/>
      <dgm:spPr/>
    </dgm:pt>
    <dgm:pt modelId="{F2C9D0B2-C2BD-3D43-A54A-848811DB9D83}" type="pres">
      <dgm:prSet presAssocID="{39FC0E22-7859-4F8E-B47E-4C853C27145A}" presName="sibTrans" presStyleLbl="node1" presStyleIdx="5" presStyleCnt="9"/>
      <dgm:spPr/>
    </dgm:pt>
    <dgm:pt modelId="{2CE0478A-3752-AB40-A63D-023D1AC523D3}" type="pres">
      <dgm:prSet presAssocID="{39FC0E22-7859-4F8E-B47E-4C853C27145A}" presName="sibTransSpacerAfterConnector" presStyleCnt="0"/>
      <dgm:spPr/>
    </dgm:pt>
    <dgm:pt modelId="{31BF3D87-93D3-B04D-8619-12E241AD7D28}" type="pres">
      <dgm:prSet presAssocID="{27FFF7EB-F063-47B4-A03A-B5E98F19C69D}" presName="node" presStyleLbl="node1" presStyleIdx="6" presStyleCnt="9">
        <dgm:presLayoutVars>
          <dgm:bulletEnabled val="1"/>
        </dgm:presLayoutVars>
      </dgm:prSet>
      <dgm:spPr/>
    </dgm:pt>
    <dgm:pt modelId="{E484C430-FFDF-6148-9706-C3A1D30A7476}" type="pres">
      <dgm:prSet presAssocID="{22FD2562-94EE-4D40-9A7F-48312DB153D4}" presName="sibTransSpacerBeforeConnector" presStyleCnt="0"/>
      <dgm:spPr/>
    </dgm:pt>
    <dgm:pt modelId="{70D75C17-5A54-374A-B498-47FA446EDB02}" type="pres">
      <dgm:prSet presAssocID="{22FD2562-94EE-4D40-9A7F-48312DB153D4}" presName="sibTrans" presStyleLbl="node1" presStyleIdx="7" presStyleCnt="9"/>
      <dgm:spPr/>
    </dgm:pt>
    <dgm:pt modelId="{E6B8EC19-FAD5-4D43-B381-B759B0024FAE}" type="pres">
      <dgm:prSet presAssocID="{22FD2562-94EE-4D40-9A7F-48312DB153D4}" presName="sibTransSpacerAfterConnector" presStyleCnt="0"/>
      <dgm:spPr/>
    </dgm:pt>
    <dgm:pt modelId="{A548532E-A754-8848-8BB0-60474FE99155}" type="pres">
      <dgm:prSet presAssocID="{10C69A1C-07B0-45F6-9163-1568E17D9B0F}" presName="node" presStyleLbl="node1" presStyleIdx="8" presStyleCnt="9">
        <dgm:presLayoutVars>
          <dgm:bulletEnabled val="1"/>
        </dgm:presLayoutVars>
      </dgm:prSet>
      <dgm:spPr/>
    </dgm:pt>
  </dgm:ptLst>
  <dgm:cxnLst>
    <dgm:cxn modelId="{95968D12-E8DE-7043-AA1D-FEB657BE7C6B}" type="presOf" srcId="{FF44C525-EDB4-4708-AF17-1D1B5EB51992}" destId="{A474499D-99C1-CA45-9C20-83B993ECCAA6}" srcOrd="0" destOrd="0" presId="urn:microsoft.com/office/officeart/2016/7/layout/BasicProcessNew"/>
    <dgm:cxn modelId="{EDEFD912-29C6-45AD-8CFA-E9F570AFE02E}" srcId="{DDF47BE4-60B0-404A-9E88-7DB4E1D1D675}" destId="{10C69A1C-07B0-45F6-9163-1568E17D9B0F}" srcOrd="4" destOrd="0" parTransId="{DFD2A219-2DB4-4F16-B290-3AB6A5FC9BF0}" sibTransId="{3A5967F2-1705-4DA6-B17D-E10901798791}"/>
    <dgm:cxn modelId="{ACDC591D-8102-44C1-9529-8E27304ACE25}" srcId="{DDF47BE4-60B0-404A-9E88-7DB4E1D1D675}" destId="{DF520667-0700-4BE9-A6CD-6B2A451DCDE1}" srcOrd="2" destOrd="0" parTransId="{78E40174-CB18-4C39-94D4-DD9B1B2C7260}" sibTransId="{39FC0E22-7859-4F8E-B47E-4C853C27145A}"/>
    <dgm:cxn modelId="{0C923A26-7B03-4A91-973F-1E3F10CAA02D}" srcId="{DDF47BE4-60B0-404A-9E88-7DB4E1D1D675}" destId="{27FFF7EB-F063-47B4-A03A-B5E98F19C69D}" srcOrd="3" destOrd="0" parTransId="{B0BEE6D3-50F9-4EBE-B5A3-6A5A2EFE53C4}" sibTransId="{22FD2562-94EE-4D40-9A7F-48312DB153D4}"/>
    <dgm:cxn modelId="{C93DFE55-8F31-0C4F-A6DA-5ACDFF1D4016}" type="presOf" srcId="{10C69A1C-07B0-45F6-9163-1568E17D9B0F}" destId="{A548532E-A754-8848-8BB0-60474FE99155}" srcOrd="0" destOrd="0" presId="urn:microsoft.com/office/officeart/2016/7/layout/BasicProcessNew"/>
    <dgm:cxn modelId="{592D4D5A-31D8-4A46-9C5E-2DF6BA108B60}" type="presOf" srcId="{27FFF7EB-F063-47B4-A03A-B5E98F19C69D}" destId="{31BF3D87-93D3-B04D-8619-12E241AD7D28}" srcOrd="0" destOrd="0" presId="urn:microsoft.com/office/officeart/2016/7/layout/BasicProcessNew"/>
    <dgm:cxn modelId="{62A7BE64-8FD8-8B44-8D06-0038212158ED}" type="presOf" srcId="{22FD2562-94EE-4D40-9A7F-48312DB153D4}" destId="{70D75C17-5A54-374A-B498-47FA446EDB02}" srcOrd="0" destOrd="0" presId="urn:microsoft.com/office/officeart/2016/7/layout/BasicProcessNew"/>
    <dgm:cxn modelId="{B98FC472-ACA6-3142-8B96-FF777892C77A}" type="presOf" srcId="{569458D5-CA72-470A-9DF6-23316ADD6DC2}" destId="{23697BF7-3982-4C4B-A5AE-45488E9A84B9}" srcOrd="0" destOrd="0" presId="urn:microsoft.com/office/officeart/2016/7/layout/BasicProcessNew"/>
    <dgm:cxn modelId="{88F24F7F-F923-464A-891E-C1B9E788596C}" type="presOf" srcId="{39FC0E22-7859-4F8E-B47E-4C853C27145A}" destId="{F2C9D0B2-C2BD-3D43-A54A-848811DB9D83}" srcOrd="0" destOrd="0" presId="urn:microsoft.com/office/officeart/2016/7/layout/BasicProcessNew"/>
    <dgm:cxn modelId="{2FF55888-FDD7-7A42-96D7-D56CB1B91BDE}" type="presOf" srcId="{A1EDFBDF-3E16-4A27-92E0-2E15B1DD1257}" destId="{85AD3E85-228A-0D40-9769-BAFEDD27ECB1}" srcOrd="0" destOrd="0" presId="urn:microsoft.com/office/officeart/2016/7/layout/BasicProcessNew"/>
    <dgm:cxn modelId="{5342D0A8-A6AC-E64B-AE9E-FB0DD2C9C645}" type="presOf" srcId="{DDF47BE4-60B0-404A-9E88-7DB4E1D1D675}" destId="{64C30DBF-9403-6C4F-9E33-55F7C5F0D407}" srcOrd="0" destOrd="0" presId="urn:microsoft.com/office/officeart/2016/7/layout/BasicProcessNew"/>
    <dgm:cxn modelId="{211D9EDD-2966-44DD-A601-33E5350F0BE5}" srcId="{DDF47BE4-60B0-404A-9E88-7DB4E1D1D675}" destId="{C9EE5505-1DD8-4E1A-8F86-061152F5575F}" srcOrd="1" destOrd="0" parTransId="{C706258D-AACC-40D5-81C2-527961ECA8A7}" sibTransId="{FF44C525-EDB4-4708-AF17-1D1B5EB51992}"/>
    <dgm:cxn modelId="{0FCBB5DD-B965-E441-B17D-BBD0A5A1B608}" type="presOf" srcId="{C9EE5505-1DD8-4E1A-8F86-061152F5575F}" destId="{48F43643-747A-CB47-B4CD-2006C6696244}" srcOrd="0" destOrd="0" presId="urn:microsoft.com/office/officeart/2016/7/layout/BasicProcessNew"/>
    <dgm:cxn modelId="{F277DEEA-10DD-4142-AF07-BA77CD0108DF}" srcId="{DDF47BE4-60B0-404A-9E88-7DB4E1D1D675}" destId="{A1EDFBDF-3E16-4A27-92E0-2E15B1DD1257}" srcOrd="0" destOrd="0" parTransId="{3457DA12-02C5-4481-B867-B87E29CA47DF}" sibTransId="{569458D5-CA72-470A-9DF6-23316ADD6DC2}"/>
    <dgm:cxn modelId="{B595B3F0-D784-D143-BA21-DC3B7747E857}" type="presOf" srcId="{DF520667-0700-4BE9-A6CD-6B2A451DCDE1}" destId="{F012A225-501F-EA41-816C-CC8E3445C194}" srcOrd="0" destOrd="0" presId="urn:microsoft.com/office/officeart/2016/7/layout/BasicProcessNew"/>
    <dgm:cxn modelId="{3EA092E4-BC35-6146-B1B4-194DACC1D859}" type="presParOf" srcId="{64C30DBF-9403-6C4F-9E33-55F7C5F0D407}" destId="{85AD3E85-228A-0D40-9769-BAFEDD27ECB1}" srcOrd="0" destOrd="0" presId="urn:microsoft.com/office/officeart/2016/7/layout/BasicProcessNew"/>
    <dgm:cxn modelId="{60CA952D-1FAB-F94E-A354-BF378AC86893}" type="presParOf" srcId="{64C30DBF-9403-6C4F-9E33-55F7C5F0D407}" destId="{DCCF7954-91ED-7B40-AE2D-6CC39CE6D84A}" srcOrd="1" destOrd="0" presId="urn:microsoft.com/office/officeart/2016/7/layout/BasicProcessNew"/>
    <dgm:cxn modelId="{FBB29F10-45BC-9E49-83EC-3A7FCEA5F81E}" type="presParOf" srcId="{64C30DBF-9403-6C4F-9E33-55F7C5F0D407}" destId="{23697BF7-3982-4C4B-A5AE-45488E9A84B9}" srcOrd="2" destOrd="0" presId="urn:microsoft.com/office/officeart/2016/7/layout/BasicProcessNew"/>
    <dgm:cxn modelId="{D8800187-AE52-0C49-B0D5-7147343E9C06}" type="presParOf" srcId="{64C30DBF-9403-6C4F-9E33-55F7C5F0D407}" destId="{7146247E-9F01-C647-9E0E-1D57B94D2D43}" srcOrd="3" destOrd="0" presId="urn:microsoft.com/office/officeart/2016/7/layout/BasicProcessNew"/>
    <dgm:cxn modelId="{A9A26B64-2A51-514F-8AB7-8C0036E08396}" type="presParOf" srcId="{64C30DBF-9403-6C4F-9E33-55F7C5F0D407}" destId="{48F43643-747A-CB47-B4CD-2006C6696244}" srcOrd="4" destOrd="0" presId="urn:microsoft.com/office/officeart/2016/7/layout/BasicProcessNew"/>
    <dgm:cxn modelId="{A3CB00FA-EFE4-3D48-B133-F6606E04FA7F}" type="presParOf" srcId="{64C30DBF-9403-6C4F-9E33-55F7C5F0D407}" destId="{51D487FD-999E-6142-BC3B-7C1B09114C7C}" srcOrd="5" destOrd="0" presId="urn:microsoft.com/office/officeart/2016/7/layout/BasicProcessNew"/>
    <dgm:cxn modelId="{14B3563B-4C16-7543-9BF1-AEF27A5E087B}" type="presParOf" srcId="{64C30DBF-9403-6C4F-9E33-55F7C5F0D407}" destId="{A474499D-99C1-CA45-9C20-83B993ECCAA6}" srcOrd="6" destOrd="0" presId="urn:microsoft.com/office/officeart/2016/7/layout/BasicProcessNew"/>
    <dgm:cxn modelId="{E221FA07-7FB3-ED4D-87DF-F96AE733C23E}" type="presParOf" srcId="{64C30DBF-9403-6C4F-9E33-55F7C5F0D407}" destId="{6CB54ADA-D7AE-2F43-9011-5412A5FABE5E}" srcOrd="7" destOrd="0" presId="urn:microsoft.com/office/officeart/2016/7/layout/BasicProcessNew"/>
    <dgm:cxn modelId="{02379689-BCA4-8E43-9652-ADE3D66F7A2F}" type="presParOf" srcId="{64C30DBF-9403-6C4F-9E33-55F7C5F0D407}" destId="{F012A225-501F-EA41-816C-CC8E3445C194}" srcOrd="8" destOrd="0" presId="urn:microsoft.com/office/officeart/2016/7/layout/BasicProcessNew"/>
    <dgm:cxn modelId="{11A27139-387A-1847-8ADC-FEA218BCAF2D}" type="presParOf" srcId="{64C30DBF-9403-6C4F-9E33-55F7C5F0D407}" destId="{5783B440-D120-A041-B808-474F0DB34F4A}" srcOrd="9" destOrd="0" presId="urn:microsoft.com/office/officeart/2016/7/layout/BasicProcessNew"/>
    <dgm:cxn modelId="{1AC8A158-92D6-FF49-89B6-AB66777A14F5}" type="presParOf" srcId="{64C30DBF-9403-6C4F-9E33-55F7C5F0D407}" destId="{F2C9D0B2-C2BD-3D43-A54A-848811DB9D83}" srcOrd="10" destOrd="0" presId="urn:microsoft.com/office/officeart/2016/7/layout/BasicProcessNew"/>
    <dgm:cxn modelId="{564B989B-3AA9-CE46-89E9-9B615766D571}" type="presParOf" srcId="{64C30DBF-9403-6C4F-9E33-55F7C5F0D407}" destId="{2CE0478A-3752-AB40-A63D-023D1AC523D3}" srcOrd="11" destOrd="0" presId="urn:microsoft.com/office/officeart/2016/7/layout/BasicProcessNew"/>
    <dgm:cxn modelId="{1801668A-44F4-D249-A7D8-CCA686B1BCA2}" type="presParOf" srcId="{64C30DBF-9403-6C4F-9E33-55F7C5F0D407}" destId="{31BF3D87-93D3-B04D-8619-12E241AD7D28}" srcOrd="12" destOrd="0" presId="urn:microsoft.com/office/officeart/2016/7/layout/BasicProcessNew"/>
    <dgm:cxn modelId="{ED2C92DC-62F0-AE44-A9F8-36E20D6B5412}" type="presParOf" srcId="{64C30DBF-9403-6C4F-9E33-55F7C5F0D407}" destId="{E484C430-FFDF-6148-9706-C3A1D30A7476}" srcOrd="13" destOrd="0" presId="urn:microsoft.com/office/officeart/2016/7/layout/BasicProcessNew"/>
    <dgm:cxn modelId="{BE0AD0F7-D5B1-9540-9083-48527B5AA2FF}" type="presParOf" srcId="{64C30DBF-9403-6C4F-9E33-55F7C5F0D407}" destId="{70D75C17-5A54-374A-B498-47FA446EDB02}" srcOrd="14" destOrd="0" presId="urn:microsoft.com/office/officeart/2016/7/layout/BasicProcessNew"/>
    <dgm:cxn modelId="{3F6372E0-E72B-6F42-A356-6E9193E54766}" type="presParOf" srcId="{64C30DBF-9403-6C4F-9E33-55F7C5F0D407}" destId="{E6B8EC19-FAD5-4D43-B381-B759B0024FAE}" srcOrd="15" destOrd="0" presId="urn:microsoft.com/office/officeart/2016/7/layout/BasicProcessNew"/>
    <dgm:cxn modelId="{D693ADE1-1B7E-A744-978A-ACA71FF56E65}" type="presParOf" srcId="{64C30DBF-9403-6C4F-9E33-55F7C5F0D407}" destId="{A548532E-A754-8848-8BB0-60474FE99155}" srcOrd="16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810A35-9D1E-4611-A884-A104A03C32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9D8C16-5B3A-4093-AC73-CE3FD42B5370}">
      <dgm:prSet/>
      <dgm:spPr/>
      <dgm:t>
        <a:bodyPr/>
        <a:lstStyle/>
        <a:p>
          <a:r>
            <a:rPr lang="en-US" b="1" i="0"/>
            <a:t>ROC Curve and Confusion Matrix</a:t>
          </a:r>
          <a:endParaRPr lang="en-US"/>
        </a:p>
      </dgm:t>
    </dgm:pt>
    <dgm:pt modelId="{8B3A0ECA-712E-4F21-8B57-759369B45360}" type="parTrans" cxnId="{B3B1F803-0B1F-4213-902B-44C395AC5F67}">
      <dgm:prSet/>
      <dgm:spPr/>
      <dgm:t>
        <a:bodyPr/>
        <a:lstStyle/>
        <a:p>
          <a:endParaRPr lang="en-US"/>
        </a:p>
      </dgm:t>
    </dgm:pt>
    <dgm:pt modelId="{7B36E6A1-AEB5-408F-A4E6-28A4C3BA329F}" type="sibTrans" cxnId="{B3B1F803-0B1F-4213-902B-44C395AC5F67}">
      <dgm:prSet/>
      <dgm:spPr/>
      <dgm:t>
        <a:bodyPr/>
        <a:lstStyle/>
        <a:p>
          <a:endParaRPr lang="en-US"/>
        </a:p>
      </dgm:t>
    </dgm:pt>
    <dgm:pt modelId="{D9282575-8BFB-4076-A558-E59018112F33}">
      <dgm:prSet/>
      <dgm:spPr/>
      <dgm:t>
        <a:bodyPr/>
        <a:lstStyle/>
        <a:p>
          <a:r>
            <a:rPr lang="en-US" b="1" i="0"/>
            <a:t>ROC Curve</a:t>
          </a:r>
          <a:r>
            <a:rPr lang="en-US" b="0" i="0"/>
            <a:t>:</a:t>
          </a:r>
          <a:endParaRPr lang="en-US"/>
        </a:p>
      </dgm:t>
    </dgm:pt>
    <dgm:pt modelId="{C7FEEBEB-9055-41BE-978A-07A156A53BAA}" type="parTrans" cxnId="{66126C51-EE4B-4815-A7C9-2BECB53802B5}">
      <dgm:prSet/>
      <dgm:spPr/>
      <dgm:t>
        <a:bodyPr/>
        <a:lstStyle/>
        <a:p>
          <a:endParaRPr lang="en-US"/>
        </a:p>
      </dgm:t>
    </dgm:pt>
    <dgm:pt modelId="{734FE1F4-FD2B-4365-B9A3-CBBE9975504B}" type="sibTrans" cxnId="{66126C51-EE4B-4815-A7C9-2BECB53802B5}">
      <dgm:prSet/>
      <dgm:spPr/>
      <dgm:t>
        <a:bodyPr/>
        <a:lstStyle/>
        <a:p>
          <a:endParaRPr lang="en-US"/>
        </a:p>
      </dgm:t>
    </dgm:pt>
    <dgm:pt modelId="{DF76FFD9-6B3B-4F89-88A2-985D05507954}">
      <dgm:prSet/>
      <dgm:spPr/>
      <dgm:t>
        <a:bodyPr/>
        <a:lstStyle/>
        <a:p>
          <a:r>
            <a:rPr lang="en-US" b="0" i="0"/>
            <a:t>Plot True Positive Rate vs. False Positive Rate.</a:t>
          </a:r>
          <a:endParaRPr lang="en-US"/>
        </a:p>
      </dgm:t>
    </dgm:pt>
    <dgm:pt modelId="{AAF9F682-0F49-4776-A949-0636F93CDA13}" type="parTrans" cxnId="{64FF488C-ECED-4BC0-A41C-369FC715D592}">
      <dgm:prSet/>
      <dgm:spPr/>
      <dgm:t>
        <a:bodyPr/>
        <a:lstStyle/>
        <a:p>
          <a:endParaRPr lang="en-US"/>
        </a:p>
      </dgm:t>
    </dgm:pt>
    <dgm:pt modelId="{C14742A8-1CE0-4254-AE84-B6E323B0579B}" type="sibTrans" cxnId="{64FF488C-ECED-4BC0-A41C-369FC715D592}">
      <dgm:prSet/>
      <dgm:spPr/>
      <dgm:t>
        <a:bodyPr/>
        <a:lstStyle/>
        <a:p>
          <a:endParaRPr lang="en-US"/>
        </a:p>
      </dgm:t>
    </dgm:pt>
    <dgm:pt modelId="{A4D55FF6-69CA-47FB-AC65-A3FD0027F403}">
      <dgm:prSet/>
      <dgm:spPr/>
      <dgm:t>
        <a:bodyPr/>
        <a:lstStyle/>
        <a:p>
          <a:r>
            <a:rPr lang="en-US" b="0" i="0"/>
            <a:t>Show AUC improvement after tuning.</a:t>
          </a:r>
          <a:endParaRPr lang="en-US"/>
        </a:p>
      </dgm:t>
    </dgm:pt>
    <dgm:pt modelId="{7FBF4EB0-AF43-4C96-A68D-AEBE89B449D6}" type="parTrans" cxnId="{AF0739B4-4AD2-4800-8464-75900E4A2F0A}">
      <dgm:prSet/>
      <dgm:spPr/>
      <dgm:t>
        <a:bodyPr/>
        <a:lstStyle/>
        <a:p>
          <a:endParaRPr lang="en-US"/>
        </a:p>
      </dgm:t>
    </dgm:pt>
    <dgm:pt modelId="{12A5DEFA-C2DC-4D43-8DA9-269B501F6463}" type="sibTrans" cxnId="{AF0739B4-4AD2-4800-8464-75900E4A2F0A}">
      <dgm:prSet/>
      <dgm:spPr/>
      <dgm:t>
        <a:bodyPr/>
        <a:lstStyle/>
        <a:p>
          <a:endParaRPr lang="en-US"/>
        </a:p>
      </dgm:t>
    </dgm:pt>
    <dgm:pt modelId="{1036BAD2-ABF9-40D3-BA5F-692AD0D4F5E1}">
      <dgm:prSet/>
      <dgm:spPr/>
      <dgm:t>
        <a:bodyPr/>
        <a:lstStyle/>
        <a:p>
          <a:r>
            <a:rPr lang="en-US" b="1" i="0"/>
            <a:t>Confusion Matrix</a:t>
          </a:r>
          <a:r>
            <a:rPr lang="en-US" b="0" i="0"/>
            <a:t>:</a:t>
          </a:r>
          <a:endParaRPr lang="en-US"/>
        </a:p>
      </dgm:t>
    </dgm:pt>
    <dgm:pt modelId="{08E1E1AE-DC05-4B53-8AD7-8FA865E90670}" type="parTrans" cxnId="{3159EB83-1D37-4645-B171-EEE9C8A1A22B}">
      <dgm:prSet/>
      <dgm:spPr/>
      <dgm:t>
        <a:bodyPr/>
        <a:lstStyle/>
        <a:p>
          <a:endParaRPr lang="en-US"/>
        </a:p>
      </dgm:t>
    </dgm:pt>
    <dgm:pt modelId="{3A8026D7-A0E0-409A-A3A1-B7657DFCBF90}" type="sibTrans" cxnId="{3159EB83-1D37-4645-B171-EEE9C8A1A22B}">
      <dgm:prSet/>
      <dgm:spPr/>
      <dgm:t>
        <a:bodyPr/>
        <a:lstStyle/>
        <a:p>
          <a:endParaRPr lang="en-US"/>
        </a:p>
      </dgm:t>
    </dgm:pt>
    <dgm:pt modelId="{047E130B-501F-48B5-B6B1-289D9A472026}">
      <dgm:prSet/>
      <dgm:spPr/>
      <dgm:t>
        <a:bodyPr/>
        <a:lstStyle/>
        <a:p>
          <a:r>
            <a:rPr lang="en-US" b="0" i="0"/>
            <a:t>Legitimate: High True Positives</a:t>
          </a:r>
          <a:endParaRPr lang="en-US"/>
        </a:p>
      </dgm:t>
    </dgm:pt>
    <dgm:pt modelId="{EF9BD816-F051-476D-B4B0-73C4DE7DE07F}" type="parTrans" cxnId="{F6BF0C69-33E3-43F1-B0F0-0B6925C52AE1}">
      <dgm:prSet/>
      <dgm:spPr/>
      <dgm:t>
        <a:bodyPr/>
        <a:lstStyle/>
        <a:p>
          <a:endParaRPr lang="en-US"/>
        </a:p>
      </dgm:t>
    </dgm:pt>
    <dgm:pt modelId="{B948F0AA-5FD5-4C07-93DA-2862169096CC}" type="sibTrans" cxnId="{F6BF0C69-33E3-43F1-B0F0-0B6925C52AE1}">
      <dgm:prSet/>
      <dgm:spPr/>
      <dgm:t>
        <a:bodyPr/>
        <a:lstStyle/>
        <a:p>
          <a:endParaRPr lang="en-US"/>
        </a:p>
      </dgm:t>
    </dgm:pt>
    <dgm:pt modelId="{FD34098D-FDBC-4C3A-B941-EC87BA966A9C}">
      <dgm:prSet/>
      <dgm:spPr/>
      <dgm:t>
        <a:bodyPr/>
        <a:lstStyle/>
        <a:p>
          <a:r>
            <a:rPr lang="en-US" b="0" i="0"/>
            <a:t>Fraudulent: Reduced False Positives after tuning</a:t>
          </a:r>
          <a:endParaRPr lang="en-US"/>
        </a:p>
      </dgm:t>
    </dgm:pt>
    <dgm:pt modelId="{FF3C62BD-573D-4589-A366-4AD0D2C2172C}" type="parTrans" cxnId="{2D70726F-A4CF-42DA-B979-A3FDFA5D5F25}">
      <dgm:prSet/>
      <dgm:spPr/>
      <dgm:t>
        <a:bodyPr/>
        <a:lstStyle/>
        <a:p>
          <a:endParaRPr lang="en-US"/>
        </a:p>
      </dgm:t>
    </dgm:pt>
    <dgm:pt modelId="{26F6D4FB-6D86-4BF9-81F3-D71F043FF1BF}" type="sibTrans" cxnId="{2D70726F-A4CF-42DA-B979-A3FDFA5D5F25}">
      <dgm:prSet/>
      <dgm:spPr/>
      <dgm:t>
        <a:bodyPr/>
        <a:lstStyle/>
        <a:p>
          <a:endParaRPr lang="en-US"/>
        </a:p>
      </dgm:t>
    </dgm:pt>
    <dgm:pt modelId="{E957D3EF-6A35-1B45-A965-677F8BAB77E0}" type="pres">
      <dgm:prSet presAssocID="{CF810A35-9D1E-4611-A884-A104A03C3281}" presName="linear" presStyleCnt="0">
        <dgm:presLayoutVars>
          <dgm:animLvl val="lvl"/>
          <dgm:resizeHandles val="exact"/>
        </dgm:presLayoutVars>
      </dgm:prSet>
      <dgm:spPr/>
    </dgm:pt>
    <dgm:pt modelId="{AFA1259D-DD5C-334D-A128-1984931CB01C}" type="pres">
      <dgm:prSet presAssocID="{D49D8C16-5B3A-4093-AC73-CE3FD42B537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71E5A7C-CDA1-824A-8C62-82478DD2E972}" type="pres">
      <dgm:prSet presAssocID="{7B36E6A1-AEB5-408F-A4E6-28A4C3BA329F}" presName="spacer" presStyleCnt="0"/>
      <dgm:spPr/>
    </dgm:pt>
    <dgm:pt modelId="{A0C47E43-8F9B-FA4D-A6CB-5BDFD23615B1}" type="pres">
      <dgm:prSet presAssocID="{D9282575-8BFB-4076-A558-E59018112F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CC4935-711A-1049-819B-6221E0C10D64}" type="pres">
      <dgm:prSet presAssocID="{D9282575-8BFB-4076-A558-E59018112F33}" presName="childText" presStyleLbl="revTx" presStyleIdx="0" presStyleCnt="2">
        <dgm:presLayoutVars>
          <dgm:bulletEnabled val="1"/>
        </dgm:presLayoutVars>
      </dgm:prSet>
      <dgm:spPr/>
    </dgm:pt>
    <dgm:pt modelId="{EDAC778E-9FA2-A246-A82E-B69B83D37479}" type="pres">
      <dgm:prSet presAssocID="{1036BAD2-ABF9-40D3-BA5F-692AD0D4F5E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368C53B-BA15-884E-9F56-5C6BF6BE7131}" type="pres">
      <dgm:prSet presAssocID="{1036BAD2-ABF9-40D3-BA5F-692AD0D4F5E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3B1F803-0B1F-4213-902B-44C395AC5F67}" srcId="{CF810A35-9D1E-4611-A884-A104A03C3281}" destId="{D49D8C16-5B3A-4093-AC73-CE3FD42B5370}" srcOrd="0" destOrd="0" parTransId="{8B3A0ECA-712E-4F21-8B57-759369B45360}" sibTransId="{7B36E6A1-AEB5-408F-A4E6-28A4C3BA329F}"/>
    <dgm:cxn modelId="{49DE1F0B-B0B8-C04D-9786-39C5022988E9}" type="presOf" srcId="{CF810A35-9D1E-4611-A884-A104A03C3281}" destId="{E957D3EF-6A35-1B45-A965-677F8BAB77E0}" srcOrd="0" destOrd="0" presId="urn:microsoft.com/office/officeart/2005/8/layout/vList2"/>
    <dgm:cxn modelId="{66126C51-EE4B-4815-A7C9-2BECB53802B5}" srcId="{CF810A35-9D1E-4611-A884-A104A03C3281}" destId="{D9282575-8BFB-4076-A558-E59018112F33}" srcOrd="1" destOrd="0" parTransId="{C7FEEBEB-9055-41BE-978A-07A156A53BAA}" sibTransId="{734FE1F4-FD2B-4365-B9A3-CBBE9975504B}"/>
    <dgm:cxn modelId="{A452E956-EE9C-F845-835C-6026E843DF6A}" type="presOf" srcId="{1036BAD2-ABF9-40D3-BA5F-692AD0D4F5E1}" destId="{EDAC778E-9FA2-A246-A82E-B69B83D37479}" srcOrd="0" destOrd="0" presId="urn:microsoft.com/office/officeart/2005/8/layout/vList2"/>
    <dgm:cxn modelId="{679A6C59-09C6-D74C-A4BE-563C05AE9306}" type="presOf" srcId="{FD34098D-FDBC-4C3A-B941-EC87BA966A9C}" destId="{4368C53B-BA15-884E-9F56-5C6BF6BE7131}" srcOrd="0" destOrd="1" presId="urn:microsoft.com/office/officeart/2005/8/layout/vList2"/>
    <dgm:cxn modelId="{BB2B5C65-2263-6946-BC84-25ED32808258}" type="presOf" srcId="{D49D8C16-5B3A-4093-AC73-CE3FD42B5370}" destId="{AFA1259D-DD5C-334D-A128-1984931CB01C}" srcOrd="0" destOrd="0" presId="urn:microsoft.com/office/officeart/2005/8/layout/vList2"/>
    <dgm:cxn modelId="{F6BF0C69-33E3-43F1-B0F0-0B6925C52AE1}" srcId="{1036BAD2-ABF9-40D3-BA5F-692AD0D4F5E1}" destId="{047E130B-501F-48B5-B6B1-289D9A472026}" srcOrd="0" destOrd="0" parTransId="{EF9BD816-F051-476D-B4B0-73C4DE7DE07F}" sibTransId="{B948F0AA-5FD5-4C07-93DA-2862169096CC}"/>
    <dgm:cxn modelId="{2D70726F-A4CF-42DA-B979-A3FDFA5D5F25}" srcId="{1036BAD2-ABF9-40D3-BA5F-692AD0D4F5E1}" destId="{FD34098D-FDBC-4C3A-B941-EC87BA966A9C}" srcOrd="1" destOrd="0" parTransId="{FF3C62BD-573D-4589-A366-4AD0D2C2172C}" sibTransId="{26F6D4FB-6D86-4BF9-81F3-D71F043FF1BF}"/>
    <dgm:cxn modelId="{55BD7479-E6EC-284E-9DD4-46EE747A7DA8}" type="presOf" srcId="{D9282575-8BFB-4076-A558-E59018112F33}" destId="{A0C47E43-8F9B-FA4D-A6CB-5BDFD23615B1}" srcOrd="0" destOrd="0" presId="urn:microsoft.com/office/officeart/2005/8/layout/vList2"/>
    <dgm:cxn modelId="{3159EB83-1D37-4645-B171-EEE9C8A1A22B}" srcId="{CF810A35-9D1E-4611-A884-A104A03C3281}" destId="{1036BAD2-ABF9-40D3-BA5F-692AD0D4F5E1}" srcOrd="2" destOrd="0" parTransId="{08E1E1AE-DC05-4B53-8AD7-8FA865E90670}" sibTransId="{3A8026D7-A0E0-409A-A3A1-B7657DFCBF90}"/>
    <dgm:cxn modelId="{64FF488C-ECED-4BC0-A41C-369FC715D592}" srcId="{D9282575-8BFB-4076-A558-E59018112F33}" destId="{DF76FFD9-6B3B-4F89-88A2-985D05507954}" srcOrd="0" destOrd="0" parTransId="{AAF9F682-0F49-4776-A949-0636F93CDA13}" sibTransId="{C14742A8-1CE0-4254-AE84-B6E323B0579B}"/>
    <dgm:cxn modelId="{6DC7D191-5EDA-6E40-BD95-268576A691BC}" type="presOf" srcId="{047E130B-501F-48B5-B6B1-289D9A472026}" destId="{4368C53B-BA15-884E-9F56-5C6BF6BE7131}" srcOrd="0" destOrd="0" presId="urn:microsoft.com/office/officeart/2005/8/layout/vList2"/>
    <dgm:cxn modelId="{E63C4892-E73F-BB48-BE6C-3B147CDFCF03}" type="presOf" srcId="{DF76FFD9-6B3B-4F89-88A2-985D05507954}" destId="{96CC4935-711A-1049-819B-6221E0C10D64}" srcOrd="0" destOrd="0" presId="urn:microsoft.com/office/officeart/2005/8/layout/vList2"/>
    <dgm:cxn modelId="{AF0739B4-4AD2-4800-8464-75900E4A2F0A}" srcId="{D9282575-8BFB-4076-A558-E59018112F33}" destId="{A4D55FF6-69CA-47FB-AC65-A3FD0027F403}" srcOrd="1" destOrd="0" parTransId="{7FBF4EB0-AF43-4C96-A68D-AEBE89B449D6}" sibTransId="{12A5DEFA-C2DC-4D43-8DA9-269B501F6463}"/>
    <dgm:cxn modelId="{5FA4BDDE-D1D4-6B42-93A6-2412369A0EA8}" type="presOf" srcId="{A4D55FF6-69CA-47FB-AC65-A3FD0027F403}" destId="{96CC4935-711A-1049-819B-6221E0C10D64}" srcOrd="0" destOrd="1" presId="urn:microsoft.com/office/officeart/2005/8/layout/vList2"/>
    <dgm:cxn modelId="{EAB260B7-49AA-EA4E-80AF-26BB4749C02F}" type="presParOf" srcId="{E957D3EF-6A35-1B45-A965-677F8BAB77E0}" destId="{AFA1259D-DD5C-334D-A128-1984931CB01C}" srcOrd="0" destOrd="0" presId="urn:microsoft.com/office/officeart/2005/8/layout/vList2"/>
    <dgm:cxn modelId="{9DB9A3C4-CA67-DE4F-B8AC-904A04DDE14B}" type="presParOf" srcId="{E957D3EF-6A35-1B45-A965-677F8BAB77E0}" destId="{971E5A7C-CDA1-824A-8C62-82478DD2E972}" srcOrd="1" destOrd="0" presId="urn:microsoft.com/office/officeart/2005/8/layout/vList2"/>
    <dgm:cxn modelId="{90522017-D5B9-A64D-A426-5C49C8929EF8}" type="presParOf" srcId="{E957D3EF-6A35-1B45-A965-677F8BAB77E0}" destId="{A0C47E43-8F9B-FA4D-A6CB-5BDFD23615B1}" srcOrd="2" destOrd="0" presId="urn:microsoft.com/office/officeart/2005/8/layout/vList2"/>
    <dgm:cxn modelId="{481E85C3-66A0-4A42-AAD7-29554D381142}" type="presParOf" srcId="{E957D3EF-6A35-1B45-A965-677F8BAB77E0}" destId="{96CC4935-711A-1049-819B-6221E0C10D64}" srcOrd="3" destOrd="0" presId="urn:microsoft.com/office/officeart/2005/8/layout/vList2"/>
    <dgm:cxn modelId="{030DBDD3-9A29-6847-A9C7-9E112BEA3FFD}" type="presParOf" srcId="{E957D3EF-6A35-1B45-A965-677F8BAB77E0}" destId="{EDAC778E-9FA2-A246-A82E-B69B83D37479}" srcOrd="4" destOrd="0" presId="urn:microsoft.com/office/officeart/2005/8/layout/vList2"/>
    <dgm:cxn modelId="{14517690-A8E8-FF4E-BC58-29029E3DA8ED}" type="presParOf" srcId="{E957D3EF-6A35-1B45-A965-677F8BAB77E0}" destId="{4368C53B-BA15-884E-9F56-5C6BF6BE7131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29FC9F-1FAD-4472-B51C-9DA2D0EA6061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67BE0D6-4AAA-4C71-A714-EF1B45FC5F5E}">
      <dgm:prSet/>
      <dgm:spPr/>
      <dgm:t>
        <a:bodyPr/>
        <a:lstStyle/>
        <a:p>
          <a:r>
            <a:rPr lang="en-US" b="1"/>
            <a:t>Logos Indicate Credibility</a:t>
          </a:r>
          <a:r>
            <a:rPr lang="en-US"/>
            <a:t>: 79.5% of legitimate postings have logos.</a:t>
          </a:r>
        </a:p>
      </dgm:t>
    </dgm:pt>
    <dgm:pt modelId="{E727D128-889E-4831-92CE-1F569473ACBD}" type="parTrans" cxnId="{EAF69C2F-B1A3-48C4-8E93-1E8204AC3D8F}">
      <dgm:prSet/>
      <dgm:spPr/>
      <dgm:t>
        <a:bodyPr/>
        <a:lstStyle/>
        <a:p>
          <a:endParaRPr lang="en-US"/>
        </a:p>
      </dgm:t>
    </dgm:pt>
    <dgm:pt modelId="{1DB9D315-FD3D-4A25-8A79-7388E0D78B3C}" type="sibTrans" cxnId="{EAF69C2F-B1A3-48C4-8E93-1E8204AC3D8F}">
      <dgm:prSet/>
      <dgm:spPr/>
      <dgm:t>
        <a:bodyPr/>
        <a:lstStyle/>
        <a:p>
          <a:endParaRPr lang="en-US"/>
        </a:p>
      </dgm:t>
    </dgm:pt>
    <dgm:pt modelId="{29378962-D67D-45AC-88E6-0176847BE557}">
      <dgm:prSet/>
      <dgm:spPr/>
      <dgm:t>
        <a:bodyPr/>
        <a:lstStyle/>
        <a:p>
          <a:r>
            <a:rPr lang="en-US" b="1"/>
            <a:t>Part-Time Roles Prone to Fraud</a:t>
          </a:r>
          <a:r>
            <a:rPr lang="en-US"/>
            <a:t>: 11.8% of fraudulent postings are part-time vs. 5.2% legitimate.</a:t>
          </a:r>
        </a:p>
      </dgm:t>
    </dgm:pt>
    <dgm:pt modelId="{7F2A1C31-B85C-4D3C-8B0B-65564A8AE0B0}" type="parTrans" cxnId="{C78DB5AB-23E6-4A87-944C-44C2DA645D67}">
      <dgm:prSet/>
      <dgm:spPr/>
      <dgm:t>
        <a:bodyPr/>
        <a:lstStyle/>
        <a:p>
          <a:endParaRPr lang="en-US"/>
        </a:p>
      </dgm:t>
    </dgm:pt>
    <dgm:pt modelId="{9E671714-C51C-4586-939D-E7A386C241C4}" type="sibTrans" cxnId="{C78DB5AB-23E6-4A87-944C-44C2DA645D67}">
      <dgm:prSet/>
      <dgm:spPr/>
      <dgm:t>
        <a:bodyPr/>
        <a:lstStyle/>
        <a:p>
          <a:endParaRPr lang="en-US"/>
        </a:p>
      </dgm:t>
    </dgm:pt>
    <dgm:pt modelId="{932AD63F-70EF-4E4F-B46E-5107F7FD3F18}" type="pres">
      <dgm:prSet presAssocID="{EA29FC9F-1FAD-4472-B51C-9DA2D0EA6061}" presName="outerComposite" presStyleCnt="0">
        <dgm:presLayoutVars>
          <dgm:chMax val="5"/>
          <dgm:dir/>
          <dgm:resizeHandles val="exact"/>
        </dgm:presLayoutVars>
      </dgm:prSet>
      <dgm:spPr/>
    </dgm:pt>
    <dgm:pt modelId="{9A1BF0B5-F6D5-974E-95FC-EC8B2BF0477F}" type="pres">
      <dgm:prSet presAssocID="{EA29FC9F-1FAD-4472-B51C-9DA2D0EA6061}" presName="dummyMaxCanvas" presStyleCnt="0">
        <dgm:presLayoutVars/>
      </dgm:prSet>
      <dgm:spPr/>
    </dgm:pt>
    <dgm:pt modelId="{6C7405FF-2493-434A-B93D-274983253265}" type="pres">
      <dgm:prSet presAssocID="{EA29FC9F-1FAD-4472-B51C-9DA2D0EA6061}" presName="TwoNodes_1" presStyleLbl="node1" presStyleIdx="0" presStyleCnt="2">
        <dgm:presLayoutVars>
          <dgm:bulletEnabled val="1"/>
        </dgm:presLayoutVars>
      </dgm:prSet>
      <dgm:spPr/>
    </dgm:pt>
    <dgm:pt modelId="{2B5B1716-2853-EA4C-B395-1E9B2CA17064}" type="pres">
      <dgm:prSet presAssocID="{EA29FC9F-1FAD-4472-B51C-9DA2D0EA6061}" presName="TwoNodes_2" presStyleLbl="node1" presStyleIdx="1" presStyleCnt="2">
        <dgm:presLayoutVars>
          <dgm:bulletEnabled val="1"/>
        </dgm:presLayoutVars>
      </dgm:prSet>
      <dgm:spPr/>
    </dgm:pt>
    <dgm:pt modelId="{889D5A2D-A1A9-6442-99D0-FBD63B2D5555}" type="pres">
      <dgm:prSet presAssocID="{EA29FC9F-1FAD-4472-B51C-9DA2D0EA6061}" presName="TwoConn_1-2" presStyleLbl="fgAccFollowNode1" presStyleIdx="0" presStyleCnt="1">
        <dgm:presLayoutVars>
          <dgm:bulletEnabled val="1"/>
        </dgm:presLayoutVars>
      </dgm:prSet>
      <dgm:spPr/>
    </dgm:pt>
    <dgm:pt modelId="{47B0A594-CBE1-A248-B38B-C1E9E201DF9F}" type="pres">
      <dgm:prSet presAssocID="{EA29FC9F-1FAD-4472-B51C-9DA2D0EA6061}" presName="TwoNodes_1_text" presStyleLbl="node1" presStyleIdx="1" presStyleCnt="2">
        <dgm:presLayoutVars>
          <dgm:bulletEnabled val="1"/>
        </dgm:presLayoutVars>
      </dgm:prSet>
      <dgm:spPr/>
    </dgm:pt>
    <dgm:pt modelId="{E3949181-D018-3143-93ED-038AF0B75869}" type="pres">
      <dgm:prSet presAssocID="{EA29FC9F-1FAD-4472-B51C-9DA2D0EA6061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EAF69C2F-B1A3-48C4-8E93-1E8204AC3D8F}" srcId="{EA29FC9F-1FAD-4472-B51C-9DA2D0EA6061}" destId="{667BE0D6-4AAA-4C71-A714-EF1B45FC5F5E}" srcOrd="0" destOrd="0" parTransId="{E727D128-889E-4831-92CE-1F569473ACBD}" sibTransId="{1DB9D315-FD3D-4A25-8A79-7388E0D78B3C}"/>
    <dgm:cxn modelId="{35D0F249-2E18-2049-955C-A8B2538E39CD}" type="presOf" srcId="{667BE0D6-4AAA-4C71-A714-EF1B45FC5F5E}" destId="{47B0A594-CBE1-A248-B38B-C1E9E201DF9F}" srcOrd="1" destOrd="0" presId="urn:microsoft.com/office/officeart/2005/8/layout/vProcess5"/>
    <dgm:cxn modelId="{9CD56E71-24D0-244D-B588-938FF5F92183}" type="presOf" srcId="{EA29FC9F-1FAD-4472-B51C-9DA2D0EA6061}" destId="{932AD63F-70EF-4E4F-B46E-5107F7FD3F18}" srcOrd="0" destOrd="0" presId="urn:microsoft.com/office/officeart/2005/8/layout/vProcess5"/>
    <dgm:cxn modelId="{AEF4248B-6FD8-D648-AD04-697109D25EC7}" type="presOf" srcId="{1DB9D315-FD3D-4A25-8A79-7388E0D78B3C}" destId="{889D5A2D-A1A9-6442-99D0-FBD63B2D5555}" srcOrd="0" destOrd="0" presId="urn:microsoft.com/office/officeart/2005/8/layout/vProcess5"/>
    <dgm:cxn modelId="{618A0A96-4D0D-D046-A257-5EC832919C21}" type="presOf" srcId="{29378962-D67D-45AC-88E6-0176847BE557}" destId="{2B5B1716-2853-EA4C-B395-1E9B2CA17064}" srcOrd="0" destOrd="0" presId="urn:microsoft.com/office/officeart/2005/8/layout/vProcess5"/>
    <dgm:cxn modelId="{98318CA5-C619-5243-8CD2-B6A4C045EBA9}" type="presOf" srcId="{667BE0D6-4AAA-4C71-A714-EF1B45FC5F5E}" destId="{6C7405FF-2493-434A-B93D-274983253265}" srcOrd="0" destOrd="0" presId="urn:microsoft.com/office/officeart/2005/8/layout/vProcess5"/>
    <dgm:cxn modelId="{C78DB5AB-23E6-4A87-944C-44C2DA645D67}" srcId="{EA29FC9F-1FAD-4472-B51C-9DA2D0EA6061}" destId="{29378962-D67D-45AC-88E6-0176847BE557}" srcOrd="1" destOrd="0" parTransId="{7F2A1C31-B85C-4D3C-8B0B-65564A8AE0B0}" sibTransId="{9E671714-C51C-4586-939D-E7A386C241C4}"/>
    <dgm:cxn modelId="{B40C56B4-0516-3A4C-BC23-CE876F6E4770}" type="presOf" srcId="{29378962-D67D-45AC-88E6-0176847BE557}" destId="{E3949181-D018-3143-93ED-038AF0B75869}" srcOrd="1" destOrd="0" presId="urn:microsoft.com/office/officeart/2005/8/layout/vProcess5"/>
    <dgm:cxn modelId="{1B4A46E4-E982-A34D-B3F0-FDF8EC9A8251}" type="presParOf" srcId="{932AD63F-70EF-4E4F-B46E-5107F7FD3F18}" destId="{9A1BF0B5-F6D5-974E-95FC-EC8B2BF0477F}" srcOrd="0" destOrd="0" presId="urn:microsoft.com/office/officeart/2005/8/layout/vProcess5"/>
    <dgm:cxn modelId="{96355DC0-089D-E849-B64C-3A38E48A373F}" type="presParOf" srcId="{932AD63F-70EF-4E4F-B46E-5107F7FD3F18}" destId="{6C7405FF-2493-434A-B93D-274983253265}" srcOrd="1" destOrd="0" presId="urn:microsoft.com/office/officeart/2005/8/layout/vProcess5"/>
    <dgm:cxn modelId="{D92C64D6-D77F-0F45-8591-94D31B117CF6}" type="presParOf" srcId="{932AD63F-70EF-4E4F-B46E-5107F7FD3F18}" destId="{2B5B1716-2853-EA4C-B395-1E9B2CA17064}" srcOrd="2" destOrd="0" presId="urn:microsoft.com/office/officeart/2005/8/layout/vProcess5"/>
    <dgm:cxn modelId="{707726D7-D6E0-5E4E-BE5E-4BC4D69E3686}" type="presParOf" srcId="{932AD63F-70EF-4E4F-B46E-5107F7FD3F18}" destId="{889D5A2D-A1A9-6442-99D0-FBD63B2D5555}" srcOrd="3" destOrd="0" presId="urn:microsoft.com/office/officeart/2005/8/layout/vProcess5"/>
    <dgm:cxn modelId="{925BDF2D-C356-D84F-AFEF-2D3DDD8676DF}" type="presParOf" srcId="{932AD63F-70EF-4E4F-B46E-5107F7FD3F18}" destId="{47B0A594-CBE1-A248-B38B-C1E9E201DF9F}" srcOrd="4" destOrd="0" presId="urn:microsoft.com/office/officeart/2005/8/layout/vProcess5"/>
    <dgm:cxn modelId="{81B43CD1-7DE9-C94F-A9A4-CD08514E930D}" type="presParOf" srcId="{932AD63F-70EF-4E4F-B46E-5107F7FD3F18}" destId="{E3949181-D018-3143-93ED-038AF0B75869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C8E772-0FBE-4A33-BA44-F69DB6587686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AB3C1C-3F20-4746-9F38-803717F7707F}">
      <dgm:prSet/>
      <dgm:spPr/>
      <dgm:t>
        <a:bodyPr/>
        <a:lstStyle/>
        <a:p>
          <a:r>
            <a:rPr lang="en-US" b="1" i="0"/>
            <a:t>Visual Split for Suggestions</a:t>
          </a:r>
          <a:endParaRPr lang="en-US"/>
        </a:p>
      </dgm:t>
    </dgm:pt>
    <dgm:pt modelId="{5EC49BAB-0E57-40D0-9D38-CE5D54162281}" type="parTrans" cxnId="{ADFA91B3-20BD-446D-B344-AB01DCE85598}">
      <dgm:prSet/>
      <dgm:spPr/>
      <dgm:t>
        <a:bodyPr/>
        <a:lstStyle/>
        <a:p>
          <a:endParaRPr lang="en-US"/>
        </a:p>
      </dgm:t>
    </dgm:pt>
    <dgm:pt modelId="{984680FF-57EC-41C0-AE56-CCFD66835D8B}" type="sibTrans" cxnId="{ADFA91B3-20BD-446D-B344-AB01DCE85598}">
      <dgm:prSet/>
      <dgm:spPr/>
      <dgm:t>
        <a:bodyPr/>
        <a:lstStyle/>
        <a:p>
          <a:endParaRPr lang="en-US"/>
        </a:p>
      </dgm:t>
    </dgm:pt>
    <dgm:pt modelId="{F3ECBE6A-5BC6-45CA-B708-0477A4D19F0C}">
      <dgm:prSet/>
      <dgm:spPr/>
      <dgm:t>
        <a:bodyPr/>
        <a:lstStyle/>
        <a:p>
          <a:r>
            <a:rPr lang="en-US" b="1" i="0"/>
            <a:t>Advanced ML Techniques</a:t>
          </a:r>
          <a:r>
            <a:rPr lang="en-US" b="0" i="0"/>
            <a:t>:</a:t>
          </a:r>
          <a:endParaRPr lang="en-US"/>
        </a:p>
      </dgm:t>
    </dgm:pt>
    <dgm:pt modelId="{A85C656E-F97E-4002-AD3F-AF6488A53FD9}" type="parTrans" cxnId="{A00FDCA3-CDE5-4D38-8B76-522F89A65CAA}">
      <dgm:prSet/>
      <dgm:spPr/>
      <dgm:t>
        <a:bodyPr/>
        <a:lstStyle/>
        <a:p>
          <a:endParaRPr lang="en-US"/>
        </a:p>
      </dgm:t>
    </dgm:pt>
    <dgm:pt modelId="{EAE7B3EA-0F4D-4A27-84F3-30B454F08BE2}" type="sibTrans" cxnId="{A00FDCA3-CDE5-4D38-8B76-522F89A65CAA}">
      <dgm:prSet/>
      <dgm:spPr/>
      <dgm:t>
        <a:bodyPr/>
        <a:lstStyle/>
        <a:p>
          <a:endParaRPr lang="en-US"/>
        </a:p>
      </dgm:t>
    </dgm:pt>
    <dgm:pt modelId="{20EADDD4-6A43-4482-A131-AACF819488D2}">
      <dgm:prSet/>
      <dgm:spPr/>
      <dgm:t>
        <a:bodyPr/>
        <a:lstStyle/>
        <a:p>
          <a:r>
            <a:rPr lang="en-US" b="0" i="0"/>
            <a:t>Deep Learning (e.g., LSTM, Transformers) for better fraud detection.</a:t>
          </a:r>
          <a:endParaRPr lang="en-US"/>
        </a:p>
      </dgm:t>
    </dgm:pt>
    <dgm:pt modelId="{F4F403F3-95CF-4FBD-8E73-E418CB45CC34}" type="parTrans" cxnId="{804DF7A7-6FDA-4CD3-A257-5CF43B56A637}">
      <dgm:prSet/>
      <dgm:spPr/>
      <dgm:t>
        <a:bodyPr/>
        <a:lstStyle/>
        <a:p>
          <a:endParaRPr lang="en-US"/>
        </a:p>
      </dgm:t>
    </dgm:pt>
    <dgm:pt modelId="{17755654-CD16-48DE-B58B-29CC992ACA36}" type="sibTrans" cxnId="{804DF7A7-6FDA-4CD3-A257-5CF43B56A637}">
      <dgm:prSet/>
      <dgm:spPr/>
      <dgm:t>
        <a:bodyPr/>
        <a:lstStyle/>
        <a:p>
          <a:endParaRPr lang="en-US"/>
        </a:p>
      </dgm:t>
    </dgm:pt>
    <dgm:pt modelId="{9EFAF5D2-EBEF-4068-935D-95E7BCEACD4C}">
      <dgm:prSet/>
      <dgm:spPr/>
      <dgm:t>
        <a:bodyPr/>
        <a:lstStyle/>
        <a:p>
          <a:r>
            <a:rPr lang="en-US" b="0" i="0"/>
            <a:t>Ensemble Methods to combine Decision Trees with boosting or bagging.</a:t>
          </a:r>
          <a:endParaRPr lang="en-US"/>
        </a:p>
      </dgm:t>
    </dgm:pt>
    <dgm:pt modelId="{5A28670D-92F7-4226-87AE-19F6EE5B27FC}" type="parTrans" cxnId="{28789927-AAAE-4975-ABB8-92F89139ED76}">
      <dgm:prSet/>
      <dgm:spPr/>
      <dgm:t>
        <a:bodyPr/>
        <a:lstStyle/>
        <a:p>
          <a:endParaRPr lang="en-US"/>
        </a:p>
      </dgm:t>
    </dgm:pt>
    <dgm:pt modelId="{4CDEA163-B3F7-45E5-952E-6838DBE4FE38}" type="sibTrans" cxnId="{28789927-AAAE-4975-ABB8-92F89139ED76}">
      <dgm:prSet/>
      <dgm:spPr/>
      <dgm:t>
        <a:bodyPr/>
        <a:lstStyle/>
        <a:p>
          <a:endParaRPr lang="en-US"/>
        </a:p>
      </dgm:t>
    </dgm:pt>
    <dgm:pt modelId="{60926687-BB50-4F96-BE58-91997BB9F9C6}">
      <dgm:prSet/>
      <dgm:spPr/>
      <dgm:t>
        <a:bodyPr/>
        <a:lstStyle/>
        <a:p>
          <a:r>
            <a:rPr lang="en-US" b="1" i="0"/>
            <a:t>Collaboration with Job Platforms</a:t>
          </a:r>
          <a:r>
            <a:rPr lang="en-US" b="0" i="0"/>
            <a:t>:</a:t>
          </a:r>
          <a:endParaRPr lang="en-US"/>
        </a:p>
      </dgm:t>
    </dgm:pt>
    <dgm:pt modelId="{31E03363-14C2-478A-B9DF-5E3E8752D154}" type="parTrans" cxnId="{E084A08C-BD65-4B33-8AB6-232321318E9B}">
      <dgm:prSet/>
      <dgm:spPr/>
      <dgm:t>
        <a:bodyPr/>
        <a:lstStyle/>
        <a:p>
          <a:endParaRPr lang="en-US"/>
        </a:p>
      </dgm:t>
    </dgm:pt>
    <dgm:pt modelId="{E2ED2793-F91C-4F1C-8A5F-698A8EF115D5}" type="sibTrans" cxnId="{E084A08C-BD65-4B33-8AB6-232321318E9B}">
      <dgm:prSet/>
      <dgm:spPr/>
      <dgm:t>
        <a:bodyPr/>
        <a:lstStyle/>
        <a:p>
          <a:endParaRPr lang="en-US"/>
        </a:p>
      </dgm:t>
    </dgm:pt>
    <dgm:pt modelId="{900E0857-3F88-4A1C-A1AF-F430D23E0A81}">
      <dgm:prSet/>
      <dgm:spPr/>
      <dgm:t>
        <a:bodyPr/>
        <a:lstStyle/>
        <a:p>
          <a:r>
            <a:rPr lang="en-US" b="0" i="0"/>
            <a:t>Work with industry leaders to refine detection.</a:t>
          </a:r>
          <a:endParaRPr lang="en-US"/>
        </a:p>
      </dgm:t>
    </dgm:pt>
    <dgm:pt modelId="{CF5B8481-BCF4-4F91-A724-771BADBB17E9}" type="parTrans" cxnId="{EBF56861-14BF-4719-A651-35A9A9A07565}">
      <dgm:prSet/>
      <dgm:spPr/>
      <dgm:t>
        <a:bodyPr/>
        <a:lstStyle/>
        <a:p>
          <a:endParaRPr lang="en-US"/>
        </a:p>
      </dgm:t>
    </dgm:pt>
    <dgm:pt modelId="{DD71BE10-9F1B-4644-944D-DDDD9605490C}" type="sibTrans" cxnId="{EBF56861-14BF-4719-A651-35A9A9A07565}">
      <dgm:prSet/>
      <dgm:spPr/>
      <dgm:t>
        <a:bodyPr/>
        <a:lstStyle/>
        <a:p>
          <a:endParaRPr lang="en-US"/>
        </a:p>
      </dgm:t>
    </dgm:pt>
    <dgm:pt modelId="{90442C82-BC81-4A92-A18D-35528657C68D}">
      <dgm:prSet/>
      <dgm:spPr/>
      <dgm:t>
        <a:bodyPr/>
        <a:lstStyle/>
        <a:p>
          <a:r>
            <a:rPr lang="en-US" b="0" i="0"/>
            <a:t>Implement real-time fraud alerts.</a:t>
          </a:r>
          <a:endParaRPr lang="en-US"/>
        </a:p>
      </dgm:t>
    </dgm:pt>
    <dgm:pt modelId="{3E0F4EF2-5CC2-475D-B0E4-FF89A251B7B3}" type="parTrans" cxnId="{B2188DF6-9108-4150-91ED-C50ADB89BB0F}">
      <dgm:prSet/>
      <dgm:spPr/>
      <dgm:t>
        <a:bodyPr/>
        <a:lstStyle/>
        <a:p>
          <a:endParaRPr lang="en-US"/>
        </a:p>
      </dgm:t>
    </dgm:pt>
    <dgm:pt modelId="{2D3AD117-5F3B-4BEA-833F-1375B9B1B169}" type="sibTrans" cxnId="{B2188DF6-9108-4150-91ED-C50ADB89BB0F}">
      <dgm:prSet/>
      <dgm:spPr/>
      <dgm:t>
        <a:bodyPr/>
        <a:lstStyle/>
        <a:p>
          <a:endParaRPr lang="en-US"/>
        </a:p>
      </dgm:t>
    </dgm:pt>
    <dgm:pt modelId="{039B204B-9B2B-4C4E-A624-24AC6A3B3B69}">
      <dgm:prSet/>
      <dgm:spPr/>
      <dgm:t>
        <a:bodyPr/>
        <a:lstStyle/>
        <a:p>
          <a:r>
            <a:rPr lang="en-US" b="1" i="0"/>
            <a:t>Continuous Updates for Fraud Tactics</a:t>
          </a:r>
          <a:r>
            <a:rPr lang="en-US" b="0" i="0"/>
            <a:t>:</a:t>
          </a:r>
          <a:endParaRPr lang="en-US"/>
        </a:p>
      </dgm:t>
    </dgm:pt>
    <dgm:pt modelId="{DA79D631-4BE0-4EF1-8E73-26B8FB6B0A77}" type="parTrans" cxnId="{759FC461-760D-4040-84BE-E6C59AD66DF3}">
      <dgm:prSet/>
      <dgm:spPr/>
      <dgm:t>
        <a:bodyPr/>
        <a:lstStyle/>
        <a:p>
          <a:endParaRPr lang="en-US"/>
        </a:p>
      </dgm:t>
    </dgm:pt>
    <dgm:pt modelId="{92735A98-D9F4-46CC-96F3-CFC5169256E9}" type="sibTrans" cxnId="{759FC461-760D-4040-84BE-E6C59AD66DF3}">
      <dgm:prSet/>
      <dgm:spPr/>
      <dgm:t>
        <a:bodyPr/>
        <a:lstStyle/>
        <a:p>
          <a:endParaRPr lang="en-US"/>
        </a:p>
      </dgm:t>
    </dgm:pt>
    <dgm:pt modelId="{4A5171DB-D19F-4EE5-8FF8-83217C6CF730}">
      <dgm:prSet/>
      <dgm:spPr/>
      <dgm:t>
        <a:bodyPr/>
        <a:lstStyle/>
        <a:p>
          <a:r>
            <a:rPr lang="en-US" b="0" i="0"/>
            <a:t>Regular dataset updates.</a:t>
          </a:r>
          <a:endParaRPr lang="en-US"/>
        </a:p>
      </dgm:t>
    </dgm:pt>
    <dgm:pt modelId="{F90C2D26-45A7-45F1-8CDD-35CC2934D69B}" type="parTrans" cxnId="{591A89F8-4A52-452E-AC2C-C45809674E2B}">
      <dgm:prSet/>
      <dgm:spPr/>
      <dgm:t>
        <a:bodyPr/>
        <a:lstStyle/>
        <a:p>
          <a:endParaRPr lang="en-US"/>
        </a:p>
      </dgm:t>
    </dgm:pt>
    <dgm:pt modelId="{22505B8A-4290-4D1E-A659-D4D0787B0DF1}" type="sibTrans" cxnId="{591A89F8-4A52-452E-AC2C-C45809674E2B}">
      <dgm:prSet/>
      <dgm:spPr/>
      <dgm:t>
        <a:bodyPr/>
        <a:lstStyle/>
        <a:p>
          <a:endParaRPr lang="en-US"/>
        </a:p>
      </dgm:t>
    </dgm:pt>
    <dgm:pt modelId="{8B6D80DE-8695-4247-9185-A6066A0F2E04}">
      <dgm:prSet/>
      <dgm:spPr/>
      <dgm:t>
        <a:bodyPr/>
        <a:lstStyle/>
        <a:p>
          <a:r>
            <a:rPr lang="en-US" b="0" i="0"/>
            <a:t>Monitor evolving patterns in fraudulent postings.</a:t>
          </a:r>
          <a:endParaRPr lang="en-US"/>
        </a:p>
      </dgm:t>
    </dgm:pt>
    <dgm:pt modelId="{2E36CCFD-B029-4A0A-BF85-F723EB028100}" type="parTrans" cxnId="{F3423135-7A2E-4318-A77C-A0F7B328EC4D}">
      <dgm:prSet/>
      <dgm:spPr/>
      <dgm:t>
        <a:bodyPr/>
        <a:lstStyle/>
        <a:p>
          <a:endParaRPr lang="en-US"/>
        </a:p>
      </dgm:t>
    </dgm:pt>
    <dgm:pt modelId="{3E1099C8-34F5-4D7B-A44F-3B29A4C570DC}" type="sibTrans" cxnId="{F3423135-7A2E-4318-A77C-A0F7B328EC4D}">
      <dgm:prSet/>
      <dgm:spPr/>
      <dgm:t>
        <a:bodyPr/>
        <a:lstStyle/>
        <a:p>
          <a:endParaRPr lang="en-US"/>
        </a:p>
      </dgm:t>
    </dgm:pt>
    <dgm:pt modelId="{70CBDDDA-00B7-6A41-AC89-BEA1DB5F28AC}" type="pres">
      <dgm:prSet presAssocID="{B7C8E772-0FBE-4A33-BA44-F69DB6587686}" presName="linear" presStyleCnt="0">
        <dgm:presLayoutVars>
          <dgm:dir/>
          <dgm:animLvl val="lvl"/>
          <dgm:resizeHandles val="exact"/>
        </dgm:presLayoutVars>
      </dgm:prSet>
      <dgm:spPr/>
    </dgm:pt>
    <dgm:pt modelId="{F3D23ED9-850E-924E-B2BC-4850F0AF40E5}" type="pres">
      <dgm:prSet presAssocID="{13AB3C1C-3F20-4746-9F38-803717F7707F}" presName="parentLin" presStyleCnt="0"/>
      <dgm:spPr/>
    </dgm:pt>
    <dgm:pt modelId="{FFDEFDEE-28CA-7040-BABA-E3F5ABB0EB31}" type="pres">
      <dgm:prSet presAssocID="{13AB3C1C-3F20-4746-9F38-803717F7707F}" presName="parentLeftMargin" presStyleLbl="node1" presStyleIdx="0" presStyleCnt="4"/>
      <dgm:spPr/>
    </dgm:pt>
    <dgm:pt modelId="{3912A03A-6D0E-8340-8879-CC2B0685F599}" type="pres">
      <dgm:prSet presAssocID="{13AB3C1C-3F20-4746-9F38-803717F7707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0965DE-1B2E-A748-A33A-3B74112A86A1}" type="pres">
      <dgm:prSet presAssocID="{13AB3C1C-3F20-4746-9F38-803717F7707F}" presName="negativeSpace" presStyleCnt="0"/>
      <dgm:spPr/>
    </dgm:pt>
    <dgm:pt modelId="{2F2B3A76-D43E-3241-AA5E-B3826ADB1DFB}" type="pres">
      <dgm:prSet presAssocID="{13AB3C1C-3F20-4746-9F38-803717F7707F}" presName="childText" presStyleLbl="conFgAcc1" presStyleIdx="0" presStyleCnt="4">
        <dgm:presLayoutVars>
          <dgm:bulletEnabled val="1"/>
        </dgm:presLayoutVars>
      </dgm:prSet>
      <dgm:spPr/>
    </dgm:pt>
    <dgm:pt modelId="{7FACAAD7-D8F5-B74C-B410-E50E4CCFE1EB}" type="pres">
      <dgm:prSet presAssocID="{984680FF-57EC-41C0-AE56-CCFD66835D8B}" presName="spaceBetweenRectangles" presStyleCnt="0"/>
      <dgm:spPr/>
    </dgm:pt>
    <dgm:pt modelId="{FAE9ECDE-A65D-C946-B49A-A22604AED2EF}" type="pres">
      <dgm:prSet presAssocID="{F3ECBE6A-5BC6-45CA-B708-0477A4D19F0C}" presName="parentLin" presStyleCnt="0"/>
      <dgm:spPr/>
    </dgm:pt>
    <dgm:pt modelId="{988578F2-B2DA-5647-989F-AD9D551A95F6}" type="pres">
      <dgm:prSet presAssocID="{F3ECBE6A-5BC6-45CA-B708-0477A4D19F0C}" presName="parentLeftMargin" presStyleLbl="node1" presStyleIdx="0" presStyleCnt="4"/>
      <dgm:spPr/>
    </dgm:pt>
    <dgm:pt modelId="{AF9473E3-561F-354A-8919-C588E8400F66}" type="pres">
      <dgm:prSet presAssocID="{F3ECBE6A-5BC6-45CA-B708-0477A4D19F0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81E4937-A570-5344-B5D6-07A8E6683036}" type="pres">
      <dgm:prSet presAssocID="{F3ECBE6A-5BC6-45CA-B708-0477A4D19F0C}" presName="negativeSpace" presStyleCnt="0"/>
      <dgm:spPr/>
    </dgm:pt>
    <dgm:pt modelId="{5ABF3295-ACCC-6345-8F58-FEABD71A2040}" type="pres">
      <dgm:prSet presAssocID="{F3ECBE6A-5BC6-45CA-B708-0477A4D19F0C}" presName="childText" presStyleLbl="conFgAcc1" presStyleIdx="1" presStyleCnt="4">
        <dgm:presLayoutVars>
          <dgm:bulletEnabled val="1"/>
        </dgm:presLayoutVars>
      </dgm:prSet>
      <dgm:spPr/>
    </dgm:pt>
    <dgm:pt modelId="{0AB20600-4042-D643-9158-2DBD5CFC3316}" type="pres">
      <dgm:prSet presAssocID="{EAE7B3EA-0F4D-4A27-84F3-30B454F08BE2}" presName="spaceBetweenRectangles" presStyleCnt="0"/>
      <dgm:spPr/>
    </dgm:pt>
    <dgm:pt modelId="{25A4A4F1-D306-D74F-ADE9-0B80C1829908}" type="pres">
      <dgm:prSet presAssocID="{60926687-BB50-4F96-BE58-91997BB9F9C6}" presName="parentLin" presStyleCnt="0"/>
      <dgm:spPr/>
    </dgm:pt>
    <dgm:pt modelId="{578018A3-3735-EE4A-8FFA-DD2F25B2B618}" type="pres">
      <dgm:prSet presAssocID="{60926687-BB50-4F96-BE58-91997BB9F9C6}" presName="parentLeftMargin" presStyleLbl="node1" presStyleIdx="1" presStyleCnt="4"/>
      <dgm:spPr/>
    </dgm:pt>
    <dgm:pt modelId="{8427E86C-1B43-1145-817B-E7B359E0D1C3}" type="pres">
      <dgm:prSet presAssocID="{60926687-BB50-4F96-BE58-91997BB9F9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806DBD-63E8-764F-B615-59D1007D9FC2}" type="pres">
      <dgm:prSet presAssocID="{60926687-BB50-4F96-BE58-91997BB9F9C6}" presName="negativeSpace" presStyleCnt="0"/>
      <dgm:spPr/>
    </dgm:pt>
    <dgm:pt modelId="{E82F47AA-B7D1-6D4D-89EE-283B8663B31F}" type="pres">
      <dgm:prSet presAssocID="{60926687-BB50-4F96-BE58-91997BB9F9C6}" presName="childText" presStyleLbl="conFgAcc1" presStyleIdx="2" presStyleCnt="4">
        <dgm:presLayoutVars>
          <dgm:bulletEnabled val="1"/>
        </dgm:presLayoutVars>
      </dgm:prSet>
      <dgm:spPr/>
    </dgm:pt>
    <dgm:pt modelId="{A3B405A2-4676-5B47-B6DF-3E50F2A96029}" type="pres">
      <dgm:prSet presAssocID="{E2ED2793-F91C-4F1C-8A5F-698A8EF115D5}" presName="spaceBetweenRectangles" presStyleCnt="0"/>
      <dgm:spPr/>
    </dgm:pt>
    <dgm:pt modelId="{43FE60F5-33A6-FB4A-86CF-8044A7B5661F}" type="pres">
      <dgm:prSet presAssocID="{039B204B-9B2B-4C4E-A624-24AC6A3B3B69}" presName="parentLin" presStyleCnt="0"/>
      <dgm:spPr/>
    </dgm:pt>
    <dgm:pt modelId="{ACFCE4C1-4763-6141-9540-CE6FCA0F161E}" type="pres">
      <dgm:prSet presAssocID="{039B204B-9B2B-4C4E-A624-24AC6A3B3B69}" presName="parentLeftMargin" presStyleLbl="node1" presStyleIdx="2" presStyleCnt="4"/>
      <dgm:spPr/>
    </dgm:pt>
    <dgm:pt modelId="{080A3F92-FB96-D74D-B349-21E91EA3D7C5}" type="pres">
      <dgm:prSet presAssocID="{039B204B-9B2B-4C4E-A624-24AC6A3B3B6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C359E30-E58F-7144-8B40-C6BF06DEBE1C}" type="pres">
      <dgm:prSet presAssocID="{039B204B-9B2B-4C4E-A624-24AC6A3B3B69}" presName="negativeSpace" presStyleCnt="0"/>
      <dgm:spPr/>
    </dgm:pt>
    <dgm:pt modelId="{7AAB7C0B-F935-F043-8F50-6273C5BA2A80}" type="pres">
      <dgm:prSet presAssocID="{039B204B-9B2B-4C4E-A624-24AC6A3B3B6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052D802-3E48-2A48-8270-31D384CF3270}" type="presOf" srcId="{F3ECBE6A-5BC6-45CA-B708-0477A4D19F0C}" destId="{AF9473E3-561F-354A-8919-C588E8400F66}" srcOrd="1" destOrd="0" presId="urn:microsoft.com/office/officeart/2005/8/layout/list1"/>
    <dgm:cxn modelId="{8C2DA81B-993C-624B-9EE1-C892C85880D9}" type="presOf" srcId="{9EFAF5D2-EBEF-4068-935D-95E7BCEACD4C}" destId="{5ABF3295-ACCC-6345-8F58-FEABD71A2040}" srcOrd="0" destOrd="1" presId="urn:microsoft.com/office/officeart/2005/8/layout/list1"/>
    <dgm:cxn modelId="{28789927-AAAE-4975-ABB8-92F89139ED76}" srcId="{F3ECBE6A-5BC6-45CA-B708-0477A4D19F0C}" destId="{9EFAF5D2-EBEF-4068-935D-95E7BCEACD4C}" srcOrd="1" destOrd="0" parTransId="{5A28670D-92F7-4226-87AE-19F6EE5B27FC}" sibTransId="{4CDEA163-B3F7-45E5-952E-6838DBE4FE38}"/>
    <dgm:cxn modelId="{F3423135-7A2E-4318-A77C-A0F7B328EC4D}" srcId="{039B204B-9B2B-4C4E-A624-24AC6A3B3B69}" destId="{8B6D80DE-8695-4247-9185-A6066A0F2E04}" srcOrd="1" destOrd="0" parTransId="{2E36CCFD-B029-4A0A-BF85-F723EB028100}" sibTransId="{3E1099C8-34F5-4D7B-A44F-3B29A4C570DC}"/>
    <dgm:cxn modelId="{7750C05E-F5BC-6F4D-9F0D-31AF67CC49B4}" type="presOf" srcId="{60926687-BB50-4F96-BE58-91997BB9F9C6}" destId="{578018A3-3735-EE4A-8FFA-DD2F25B2B618}" srcOrd="0" destOrd="0" presId="urn:microsoft.com/office/officeart/2005/8/layout/list1"/>
    <dgm:cxn modelId="{EBF56861-14BF-4719-A651-35A9A9A07565}" srcId="{60926687-BB50-4F96-BE58-91997BB9F9C6}" destId="{900E0857-3F88-4A1C-A1AF-F430D23E0A81}" srcOrd="0" destOrd="0" parTransId="{CF5B8481-BCF4-4F91-A724-771BADBB17E9}" sibTransId="{DD71BE10-9F1B-4644-944D-DDDD9605490C}"/>
    <dgm:cxn modelId="{759FC461-760D-4040-84BE-E6C59AD66DF3}" srcId="{B7C8E772-0FBE-4A33-BA44-F69DB6587686}" destId="{039B204B-9B2B-4C4E-A624-24AC6A3B3B69}" srcOrd="3" destOrd="0" parTransId="{DA79D631-4BE0-4EF1-8E73-26B8FB6B0A77}" sibTransId="{92735A98-D9F4-46CC-96F3-CFC5169256E9}"/>
    <dgm:cxn modelId="{731E3487-D9C6-9049-B082-4B5116694AB5}" type="presOf" srcId="{900E0857-3F88-4A1C-A1AF-F430D23E0A81}" destId="{E82F47AA-B7D1-6D4D-89EE-283B8663B31F}" srcOrd="0" destOrd="0" presId="urn:microsoft.com/office/officeart/2005/8/layout/list1"/>
    <dgm:cxn modelId="{E084A08C-BD65-4B33-8AB6-232321318E9B}" srcId="{B7C8E772-0FBE-4A33-BA44-F69DB6587686}" destId="{60926687-BB50-4F96-BE58-91997BB9F9C6}" srcOrd="2" destOrd="0" parTransId="{31E03363-14C2-478A-B9DF-5E3E8752D154}" sibTransId="{E2ED2793-F91C-4F1C-8A5F-698A8EF115D5}"/>
    <dgm:cxn modelId="{9B0ACC94-3401-394A-B259-77BB2EB1108C}" type="presOf" srcId="{13AB3C1C-3F20-4746-9F38-803717F7707F}" destId="{FFDEFDEE-28CA-7040-BABA-E3F5ABB0EB31}" srcOrd="0" destOrd="0" presId="urn:microsoft.com/office/officeart/2005/8/layout/list1"/>
    <dgm:cxn modelId="{8F3C9896-EF7C-3244-9310-BBF20DE956FB}" type="presOf" srcId="{90442C82-BC81-4A92-A18D-35528657C68D}" destId="{E82F47AA-B7D1-6D4D-89EE-283B8663B31F}" srcOrd="0" destOrd="1" presId="urn:microsoft.com/office/officeart/2005/8/layout/list1"/>
    <dgm:cxn modelId="{A2ADE697-78E9-9D4E-9864-EA1852461A61}" type="presOf" srcId="{F3ECBE6A-5BC6-45CA-B708-0477A4D19F0C}" destId="{988578F2-B2DA-5647-989F-AD9D551A95F6}" srcOrd="0" destOrd="0" presId="urn:microsoft.com/office/officeart/2005/8/layout/list1"/>
    <dgm:cxn modelId="{ADF9E9A2-3E35-114A-B0D0-0F51273623BA}" type="presOf" srcId="{039B204B-9B2B-4C4E-A624-24AC6A3B3B69}" destId="{080A3F92-FB96-D74D-B349-21E91EA3D7C5}" srcOrd="1" destOrd="0" presId="urn:microsoft.com/office/officeart/2005/8/layout/list1"/>
    <dgm:cxn modelId="{A00FDCA3-CDE5-4D38-8B76-522F89A65CAA}" srcId="{B7C8E772-0FBE-4A33-BA44-F69DB6587686}" destId="{F3ECBE6A-5BC6-45CA-B708-0477A4D19F0C}" srcOrd="1" destOrd="0" parTransId="{A85C656E-F97E-4002-AD3F-AF6488A53FD9}" sibTransId="{EAE7B3EA-0F4D-4A27-84F3-30B454F08BE2}"/>
    <dgm:cxn modelId="{804DF7A7-6FDA-4CD3-A257-5CF43B56A637}" srcId="{F3ECBE6A-5BC6-45CA-B708-0477A4D19F0C}" destId="{20EADDD4-6A43-4482-A131-AACF819488D2}" srcOrd="0" destOrd="0" parTransId="{F4F403F3-95CF-4FBD-8E73-E418CB45CC34}" sibTransId="{17755654-CD16-48DE-B58B-29CC992ACA36}"/>
    <dgm:cxn modelId="{5126A9AD-D36B-5545-BEFE-036F6BD7398E}" type="presOf" srcId="{13AB3C1C-3F20-4746-9F38-803717F7707F}" destId="{3912A03A-6D0E-8340-8879-CC2B0685F599}" srcOrd="1" destOrd="0" presId="urn:microsoft.com/office/officeart/2005/8/layout/list1"/>
    <dgm:cxn modelId="{6A25F2B0-0B39-3843-A5D1-FF1E12ECC4FC}" type="presOf" srcId="{60926687-BB50-4F96-BE58-91997BB9F9C6}" destId="{8427E86C-1B43-1145-817B-E7B359E0D1C3}" srcOrd="1" destOrd="0" presId="urn:microsoft.com/office/officeart/2005/8/layout/list1"/>
    <dgm:cxn modelId="{ADFA91B3-20BD-446D-B344-AB01DCE85598}" srcId="{B7C8E772-0FBE-4A33-BA44-F69DB6587686}" destId="{13AB3C1C-3F20-4746-9F38-803717F7707F}" srcOrd="0" destOrd="0" parTransId="{5EC49BAB-0E57-40D0-9D38-CE5D54162281}" sibTransId="{984680FF-57EC-41C0-AE56-CCFD66835D8B}"/>
    <dgm:cxn modelId="{095E77C0-0943-504A-BE42-12A8B8AD513F}" type="presOf" srcId="{039B204B-9B2B-4C4E-A624-24AC6A3B3B69}" destId="{ACFCE4C1-4763-6141-9540-CE6FCA0F161E}" srcOrd="0" destOrd="0" presId="urn:microsoft.com/office/officeart/2005/8/layout/list1"/>
    <dgm:cxn modelId="{BD2824CD-E732-F346-A40D-5ACA822535FD}" type="presOf" srcId="{4A5171DB-D19F-4EE5-8FF8-83217C6CF730}" destId="{7AAB7C0B-F935-F043-8F50-6273C5BA2A80}" srcOrd="0" destOrd="0" presId="urn:microsoft.com/office/officeart/2005/8/layout/list1"/>
    <dgm:cxn modelId="{7732D3F0-056F-C841-9E49-60A73E54731F}" type="presOf" srcId="{8B6D80DE-8695-4247-9185-A6066A0F2E04}" destId="{7AAB7C0B-F935-F043-8F50-6273C5BA2A80}" srcOrd="0" destOrd="1" presId="urn:microsoft.com/office/officeart/2005/8/layout/list1"/>
    <dgm:cxn modelId="{BA6F1FF1-17D3-264F-BA1B-E1388B3128A0}" type="presOf" srcId="{20EADDD4-6A43-4482-A131-AACF819488D2}" destId="{5ABF3295-ACCC-6345-8F58-FEABD71A2040}" srcOrd="0" destOrd="0" presId="urn:microsoft.com/office/officeart/2005/8/layout/list1"/>
    <dgm:cxn modelId="{C63C8AF5-0EE4-2D47-9591-EA70CBBA0106}" type="presOf" srcId="{B7C8E772-0FBE-4A33-BA44-F69DB6587686}" destId="{70CBDDDA-00B7-6A41-AC89-BEA1DB5F28AC}" srcOrd="0" destOrd="0" presId="urn:microsoft.com/office/officeart/2005/8/layout/list1"/>
    <dgm:cxn modelId="{B2188DF6-9108-4150-91ED-C50ADB89BB0F}" srcId="{60926687-BB50-4F96-BE58-91997BB9F9C6}" destId="{90442C82-BC81-4A92-A18D-35528657C68D}" srcOrd="1" destOrd="0" parTransId="{3E0F4EF2-5CC2-475D-B0E4-FF89A251B7B3}" sibTransId="{2D3AD117-5F3B-4BEA-833F-1375B9B1B169}"/>
    <dgm:cxn modelId="{591A89F8-4A52-452E-AC2C-C45809674E2B}" srcId="{039B204B-9B2B-4C4E-A624-24AC6A3B3B69}" destId="{4A5171DB-D19F-4EE5-8FF8-83217C6CF730}" srcOrd="0" destOrd="0" parTransId="{F90C2D26-45A7-45F1-8CDD-35CC2934D69B}" sibTransId="{22505B8A-4290-4D1E-A659-D4D0787B0DF1}"/>
    <dgm:cxn modelId="{F40DD95F-DBD4-3E47-8B9A-A5CF3527C6C0}" type="presParOf" srcId="{70CBDDDA-00B7-6A41-AC89-BEA1DB5F28AC}" destId="{F3D23ED9-850E-924E-B2BC-4850F0AF40E5}" srcOrd="0" destOrd="0" presId="urn:microsoft.com/office/officeart/2005/8/layout/list1"/>
    <dgm:cxn modelId="{8711B084-56F0-9248-8E90-DB8617365666}" type="presParOf" srcId="{F3D23ED9-850E-924E-B2BC-4850F0AF40E5}" destId="{FFDEFDEE-28CA-7040-BABA-E3F5ABB0EB31}" srcOrd="0" destOrd="0" presId="urn:microsoft.com/office/officeart/2005/8/layout/list1"/>
    <dgm:cxn modelId="{29544BE6-86F5-2F47-95E5-0CE3475532ED}" type="presParOf" srcId="{F3D23ED9-850E-924E-B2BC-4850F0AF40E5}" destId="{3912A03A-6D0E-8340-8879-CC2B0685F599}" srcOrd="1" destOrd="0" presId="urn:microsoft.com/office/officeart/2005/8/layout/list1"/>
    <dgm:cxn modelId="{3D3891C7-4B10-944C-BB9B-2FC49C7C7F0E}" type="presParOf" srcId="{70CBDDDA-00B7-6A41-AC89-BEA1DB5F28AC}" destId="{EA0965DE-1B2E-A748-A33A-3B74112A86A1}" srcOrd="1" destOrd="0" presId="urn:microsoft.com/office/officeart/2005/8/layout/list1"/>
    <dgm:cxn modelId="{EA04AFBF-DD26-9B43-817D-3A4AC3810D14}" type="presParOf" srcId="{70CBDDDA-00B7-6A41-AC89-BEA1DB5F28AC}" destId="{2F2B3A76-D43E-3241-AA5E-B3826ADB1DFB}" srcOrd="2" destOrd="0" presId="urn:microsoft.com/office/officeart/2005/8/layout/list1"/>
    <dgm:cxn modelId="{9236B0F1-6046-0242-89AC-7820D5FCCE8C}" type="presParOf" srcId="{70CBDDDA-00B7-6A41-AC89-BEA1DB5F28AC}" destId="{7FACAAD7-D8F5-B74C-B410-E50E4CCFE1EB}" srcOrd="3" destOrd="0" presId="urn:microsoft.com/office/officeart/2005/8/layout/list1"/>
    <dgm:cxn modelId="{7773BB2C-B516-1444-B273-781F16C8FC31}" type="presParOf" srcId="{70CBDDDA-00B7-6A41-AC89-BEA1DB5F28AC}" destId="{FAE9ECDE-A65D-C946-B49A-A22604AED2EF}" srcOrd="4" destOrd="0" presId="urn:microsoft.com/office/officeart/2005/8/layout/list1"/>
    <dgm:cxn modelId="{BE774B31-BCE0-EA42-8D05-19F390697929}" type="presParOf" srcId="{FAE9ECDE-A65D-C946-B49A-A22604AED2EF}" destId="{988578F2-B2DA-5647-989F-AD9D551A95F6}" srcOrd="0" destOrd="0" presId="urn:microsoft.com/office/officeart/2005/8/layout/list1"/>
    <dgm:cxn modelId="{4147D0DB-847A-6248-B425-9EA85C6B060F}" type="presParOf" srcId="{FAE9ECDE-A65D-C946-B49A-A22604AED2EF}" destId="{AF9473E3-561F-354A-8919-C588E8400F66}" srcOrd="1" destOrd="0" presId="urn:microsoft.com/office/officeart/2005/8/layout/list1"/>
    <dgm:cxn modelId="{B6F16C9B-409E-A541-A3E9-CFA98A11FBA7}" type="presParOf" srcId="{70CBDDDA-00B7-6A41-AC89-BEA1DB5F28AC}" destId="{781E4937-A570-5344-B5D6-07A8E6683036}" srcOrd="5" destOrd="0" presId="urn:microsoft.com/office/officeart/2005/8/layout/list1"/>
    <dgm:cxn modelId="{0D3AE891-7B20-5447-ABE7-FFC080594B70}" type="presParOf" srcId="{70CBDDDA-00B7-6A41-AC89-BEA1DB5F28AC}" destId="{5ABF3295-ACCC-6345-8F58-FEABD71A2040}" srcOrd="6" destOrd="0" presId="urn:microsoft.com/office/officeart/2005/8/layout/list1"/>
    <dgm:cxn modelId="{220B0297-4501-B944-A0CC-B6FCA227A746}" type="presParOf" srcId="{70CBDDDA-00B7-6A41-AC89-BEA1DB5F28AC}" destId="{0AB20600-4042-D643-9158-2DBD5CFC3316}" srcOrd="7" destOrd="0" presId="urn:microsoft.com/office/officeart/2005/8/layout/list1"/>
    <dgm:cxn modelId="{EC0886B2-1333-5346-BE31-96881AC71E2D}" type="presParOf" srcId="{70CBDDDA-00B7-6A41-AC89-BEA1DB5F28AC}" destId="{25A4A4F1-D306-D74F-ADE9-0B80C1829908}" srcOrd="8" destOrd="0" presId="urn:microsoft.com/office/officeart/2005/8/layout/list1"/>
    <dgm:cxn modelId="{CD7C5D93-6945-6644-A1B1-678F19BAA379}" type="presParOf" srcId="{25A4A4F1-D306-D74F-ADE9-0B80C1829908}" destId="{578018A3-3735-EE4A-8FFA-DD2F25B2B618}" srcOrd="0" destOrd="0" presId="urn:microsoft.com/office/officeart/2005/8/layout/list1"/>
    <dgm:cxn modelId="{C9917EDD-09DC-5247-870C-F45F52B85F46}" type="presParOf" srcId="{25A4A4F1-D306-D74F-ADE9-0B80C1829908}" destId="{8427E86C-1B43-1145-817B-E7B359E0D1C3}" srcOrd="1" destOrd="0" presId="urn:microsoft.com/office/officeart/2005/8/layout/list1"/>
    <dgm:cxn modelId="{77E58924-A528-AE43-89EC-2F90F81DC6FB}" type="presParOf" srcId="{70CBDDDA-00B7-6A41-AC89-BEA1DB5F28AC}" destId="{01806DBD-63E8-764F-B615-59D1007D9FC2}" srcOrd="9" destOrd="0" presId="urn:microsoft.com/office/officeart/2005/8/layout/list1"/>
    <dgm:cxn modelId="{C2F4C11B-9614-7C40-9BFF-8CF2A5ED161D}" type="presParOf" srcId="{70CBDDDA-00B7-6A41-AC89-BEA1DB5F28AC}" destId="{E82F47AA-B7D1-6D4D-89EE-283B8663B31F}" srcOrd="10" destOrd="0" presId="urn:microsoft.com/office/officeart/2005/8/layout/list1"/>
    <dgm:cxn modelId="{DB0FD98A-7F5D-A149-B981-4782CCAC73AA}" type="presParOf" srcId="{70CBDDDA-00B7-6A41-AC89-BEA1DB5F28AC}" destId="{A3B405A2-4676-5B47-B6DF-3E50F2A96029}" srcOrd="11" destOrd="0" presId="urn:microsoft.com/office/officeart/2005/8/layout/list1"/>
    <dgm:cxn modelId="{7FAC5360-CE7B-B54A-B397-31372520F712}" type="presParOf" srcId="{70CBDDDA-00B7-6A41-AC89-BEA1DB5F28AC}" destId="{43FE60F5-33A6-FB4A-86CF-8044A7B5661F}" srcOrd="12" destOrd="0" presId="urn:microsoft.com/office/officeart/2005/8/layout/list1"/>
    <dgm:cxn modelId="{F92D34B1-847A-7F4E-9A95-17FEF245A1D7}" type="presParOf" srcId="{43FE60F5-33A6-FB4A-86CF-8044A7B5661F}" destId="{ACFCE4C1-4763-6141-9540-CE6FCA0F161E}" srcOrd="0" destOrd="0" presId="urn:microsoft.com/office/officeart/2005/8/layout/list1"/>
    <dgm:cxn modelId="{B37AC610-0B4A-5C45-880A-88A62991F0D0}" type="presParOf" srcId="{43FE60F5-33A6-FB4A-86CF-8044A7B5661F}" destId="{080A3F92-FB96-D74D-B349-21E91EA3D7C5}" srcOrd="1" destOrd="0" presId="urn:microsoft.com/office/officeart/2005/8/layout/list1"/>
    <dgm:cxn modelId="{E0D45C83-A1B7-684E-9B9A-508CF6DE19B9}" type="presParOf" srcId="{70CBDDDA-00B7-6A41-AC89-BEA1DB5F28AC}" destId="{3C359E30-E58F-7144-8B40-C6BF06DEBE1C}" srcOrd="13" destOrd="0" presId="urn:microsoft.com/office/officeart/2005/8/layout/list1"/>
    <dgm:cxn modelId="{188E8B0C-F433-324B-9174-AC8FCBB35FB8}" type="presParOf" srcId="{70CBDDDA-00B7-6A41-AC89-BEA1DB5F28AC}" destId="{7AAB7C0B-F935-F043-8F50-6273C5BA2A8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18F39-1982-6846-8F33-FF8535B98DF7}">
      <dsp:nvSpPr>
        <dsp:cNvPr id="0" name=""/>
        <dsp:cNvSpPr/>
      </dsp:nvSpPr>
      <dsp:spPr>
        <a:xfrm>
          <a:off x="0" y="0"/>
          <a:ext cx="825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38C3C-36B4-DB41-9DEC-8EF914D49E95}">
      <dsp:nvSpPr>
        <dsp:cNvPr id="0" name=""/>
        <dsp:cNvSpPr/>
      </dsp:nvSpPr>
      <dsp:spPr>
        <a:xfrm>
          <a:off x="0" y="0"/>
          <a:ext cx="1650360" cy="334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Agenda</a:t>
          </a:r>
        </a:p>
      </dsp:txBody>
      <dsp:txXfrm>
        <a:off x="0" y="0"/>
        <a:ext cx="1650360" cy="3346200"/>
      </dsp:txXfrm>
    </dsp:sp>
    <dsp:sp modelId="{5BAD8C6E-856C-0049-A2EE-38F1A5EDE67D}">
      <dsp:nvSpPr>
        <dsp:cNvPr id="0" name=""/>
        <dsp:cNvSpPr/>
      </dsp:nvSpPr>
      <dsp:spPr>
        <a:xfrm>
          <a:off x="1774137" y="22588"/>
          <a:ext cx="6477663" cy="451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Introduction</a:t>
          </a:r>
        </a:p>
      </dsp:txBody>
      <dsp:txXfrm>
        <a:off x="1774137" y="22588"/>
        <a:ext cx="6477663" cy="451769"/>
      </dsp:txXfrm>
    </dsp:sp>
    <dsp:sp modelId="{E0F2BB0C-3ADA-5B49-9E81-A39C6F490EFA}">
      <dsp:nvSpPr>
        <dsp:cNvPr id="0" name=""/>
        <dsp:cNvSpPr/>
      </dsp:nvSpPr>
      <dsp:spPr>
        <a:xfrm>
          <a:off x="1650360" y="474358"/>
          <a:ext cx="660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97DC0-ED93-9F47-A55D-B26B0465FA7E}">
      <dsp:nvSpPr>
        <dsp:cNvPr id="0" name=""/>
        <dsp:cNvSpPr/>
      </dsp:nvSpPr>
      <dsp:spPr>
        <a:xfrm>
          <a:off x="1774137" y="496946"/>
          <a:ext cx="6477663" cy="451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 Summary</a:t>
          </a:r>
        </a:p>
      </dsp:txBody>
      <dsp:txXfrm>
        <a:off x="1774137" y="496946"/>
        <a:ext cx="6477663" cy="451769"/>
      </dsp:txXfrm>
    </dsp:sp>
    <dsp:sp modelId="{75C12AC7-19D6-D548-A421-F4C69A966F77}">
      <dsp:nvSpPr>
        <dsp:cNvPr id="0" name=""/>
        <dsp:cNvSpPr/>
      </dsp:nvSpPr>
      <dsp:spPr>
        <a:xfrm>
          <a:off x="1650360" y="948716"/>
          <a:ext cx="660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3D7D6-D9D3-A84F-84AD-8E16D155C5BE}">
      <dsp:nvSpPr>
        <dsp:cNvPr id="0" name=""/>
        <dsp:cNvSpPr/>
      </dsp:nvSpPr>
      <dsp:spPr>
        <a:xfrm>
          <a:off x="1774137" y="971304"/>
          <a:ext cx="6477663" cy="451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Preprocessing Steps</a:t>
          </a:r>
        </a:p>
      </dsp:txBody>
      <dsp:txXfrm>
        <a:off x="1774137" y="971304"/>
        <a:ext cx="6477663" cy="451769"/>
      </dsp:txXfrm>
    </dsp:sp>
    <dsp:sp modelId="{5E322D47-47E1-8E44-97BE-5ECA176B4C00}">
      <dsp:nvSpPr>
        <dsp:cNvPr id="0" name=""/>
        <dsp:cNvSpPr/>
      </dsp:nvSpPr>
      <dsp:spPr>
        <a:xfrm>
          <a:off x="1650360" y="1423074"/>
          <a:ext cx="660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63A3D-A706-2948-8FA1-D4C50618654B}">
      <dsp:nvSpPr>
        <dsp:cNvPr id="0" name=""/>
        <dsp:cNvSpPr/>
      </dsp:nvSpPr>
      <dsp:spPr>
        <a:xfrm>
          <a:off x="1774137" y="1445662"/>
          <a:ext cx="6477663" cy="451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Model Selection</a:t>
          </a:r>
        </a:p>
      </dsp:txBody>
      <dsp:txXfrm>
        <a:off x="1774137" y="1445662"/>
        <a:ext cx="6477663" cy="451769"/>
      </dsp:txXfrm>
    </dsp:sp>
    <dsp:sp modelId="{FEC1D9E5-0652-2E4B-BEEA-4A8C932927CB}">
      <dsp:nvSpPr>
        <dsp:cNvPr id="0" name=""/>
        <dsp:cNvSpPr/>
      </dsp:nvSpPr>
      <dsp:spPr>
        <a:xfrm>
          <a:off x="1650360" y="1897432"/>
          <a:ext cx="660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76F69-5ED9-2B4B-A821-E185EB5BD534}">
      <dsp:nvSpPr>
        <dsp:cNvPr id="0" name=""/>
        <dsp:cNvSpPr/>
      </dsp:nvSpPr>
      <dsp:spPr>
        <a:xfrm>
          <a:off x="1774137" y="1920021"/>
          <a:ext cx="6477663" cy="451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Evaluation &amp; Results</a:t>
          </a:r>
        </a:p>
      </dsp:txBody>
      <dsp:txXfrm>
        <a:off x="1774137" y="1920021"/>
        <a:ext cx="6477663" cy="451769"/>
      </dsp:txXfrm>
    </dsp:sp>
    <dsp:sp modelId="{48EC5489-A2D1-7B45-BF35-73E489DF3E6A}">
      <dsp:nvSpPr>
        <dsp:cNvPr id="0" name=""/>
        <dsp:cNvSpPr/>
      </dsp:nvSpPr>
      <dsp:spPr>
        <a:xfrm>
          <a:off x="1650360" y="2371790"/>
          <a:ext cx="660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3CC17-702D-484F-96F1-A905AC3CC8B0}">
      <dsp:nvSpPr>
        <dsp:cNvPr id="0" name=""/>
        <dsp:cNvSpPr/>
      </dsp:nvSpPr>
      <dsp:spPr>
        <a:xfrm>
          <a:off x="1774137" y="2394379"/>
          <a:ext cx="6477663" cy="451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Insights &amp; Recommendations</a:t>
          </a:r>
        </a:p>
      </dsp:txBody>
      <dsp:txXfrm>
        <a:off x="1774137" y="2394379"/>
        <a:ext cx="6477663" cy="451769"/>
      </dsp:txXfrm>
    </dsp:sp>
    <dsp:sp modelId="{29B37406-85CB-A949-AE0F-631B8FB3B6FC}">
      <dsp:nvSpPr>
        <dsp:cNvPr id="0" name=""/>
        <dsp:cNvSpPr/>
      </dsp:nvSpPr>
      <dsp:spPr>
        <a:xfrm>
          <a:off x="1650360" y="2846148"/>
          <a:ext cx="660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314AEE-65FD-2249-97D0-A1F7BA766205}">
      <dsp:nvSpPr>
        <dsp:cNvPr id="0" name=""/>
        <dsp:cNvSpPr/>
      </dsp:nvSpPr>
      <dsp:spPr>
        <a:xfrm>
          <a:off x="1774137" y="2868737"/>
          <a:ext cx="6477663" cy="451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Conclusion &amp; Future Work</a:t>
          </a:r>
        </a:p>
      </dsp:txBody>
      <dsp:txXfrm>
        <a:off x="1774137" y="2868737"/>
        <a:ext cx="6477663" cy="451769"/>
      </dsp:txXfrm>
    </dsp:sp>
    <dsp:sp modelId="{0B7163F6-6D20-624A-B305-17C5302D1A28}">
      <dsp:nvSpPr>
        <dsp:cNvPr id="0" name=""/>
        <dsp:cNvSpPr/>
      </dsp:nvSpPr>
      <dsp:spPr>
        <a:xfrm>
          <a:off x="1650360" y="3320507"/>
          <a:ext cx="660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5114C-B04F-E64A-84F0-385AE423FCC6}">
      <dsp:nvSpPr>
        <dsp:cNvPr id="0" name=""/>
        <dsp:cNvSpPr/>
      </dsp:nvSpPr>
      <dsp:spPr>
        <a:xfrm>
          <a:off x="0" y="70170"/>
          <a:ext cx="5000124" cy="19246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i="1" kern="1200"/>
            <a:t>Fake job postings harm job seekers and erode trust.</a:t>
          </a:r>
          <a:endParaRPr lang="en-US" sz="3500" kern="1200"/>
        </a:p>
      </dsp:txBody>
      <dsp:txXfrm>
        <a:off x="93954" y="164124"/>
        <a:ext cx="4812216" cy="1736741"/>
      </dsp:txXfrm>
    </dsp:sp>
    <dsp:sp modelId="{6B4AA7BB-5BE9-EC45-8D4A-742F32BA0EE6}">
      <dsp:nvSpPr>
        <dsp:cNvPr id="0" name=""/>
        <dsp:cNvSpPr/>
      </dsp:nvSpPr>
      <dsp:spPr>
        <a:xfrm>
          <a:off x="0" y="2095620"/>
          <a:ext cx="5000124" cy="1924649"/>
        </a:xfrm>
        <a:prstGeom prst="roundRect">
          <a:avLst/>
        </a:prstGeom>
        <a:gradFill rotWithShape="0">
          <a:gsLst>
            <a:gs pos="0">
              <a:schemeClr val="accent2">
                <a:hueOff val="5675129"/>
                <a:satOff val="15375"/>
                <a:lumOff val="-1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75129"/>
                <a:satOff val="15375"/>
                <a:lumOff val="-1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75129"/>
                <a:satOff val="15375"/>
                <a:lumOff val="-1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i="1" kern="1200"/>
            <a:t>Goal: Develop a machine learning model to identify fraud.</a:t>
          </a:r>
          <a:endParaRPr lang="en-US" sz="3500" kern="1200"/>
        </a:p>
      </dsp:txBody>
      <dsp:txXfrm>
        <a:off x="93954" y="2189574"/>
        <a:ext cx="4812216" cy="17367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D3E85-228A-0D40-9769-BAFEDD27ECB1}">
      <dsp:nvSpPr>
        <dsp:cNvPr id="0" name=""/>
        <dsp:cNvSpPr/>
      </dsp:nvSpPr>
      <dsp:spPr>
        <a:xfrm>
          <a:off x="2752" y="917285"/>
          <a:ext cx="1432380" cy="85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Raw Data</a:t>
          </a:r>
        </a:p>
      </dsp:txBody>
      <dsp:txXfrm>
        <a:off x="2752" y="917285"/>
        <a:ext cx="1432380" cy="859428"/>
      </dsp:txXfrm>
    </dsp:sp>
    <dsp:sp modelId="{23697BF7-3982-4C4B-A5AE-45488E9A84B9}">
      <dsp:nvSpPr>
        <dsp:cNvPr id="0" name=""/>
        <dsp:cNvSpPr/>
      </dsp:nvSpPr>
      <dsp:spPr>
        <a:xfrm>
          <a:off x="1463253" y="1225500"/>
          <a:ext cx="214857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43643-747A-CB47-B4CD-2006C6696244}">
      <dsp:nvSpPr>
        <dsp:cNvPr id="0" name=""/>
        <dsp:cNvSpPr/>
      </dsp:nvSpPr>
      <dsp:spPr>
        <a:xfrm>
          <a:off x="1706231" y="917285"/>
          <a:ext cx="1432380" cy="85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Handling Missing Values</a:t>
          </a:r>
        </a:p>
      </dsp:txBody>
      <dsp:txXfrm>
        <a:off x="1706231" y="917285"/>
        <a:ext cx="1432380" cy="859428"/>
      </dsp:txXfrm>
    </dsp:sp>
    <dsp:sp modelId="{A474499D-99C1-CA45-9C20-83B993ECCAA6}">
      <dsp:nvSpPr>
        <dsp:cNvPr id="0" name=""/>
        <dsp:cNvSpPr/>
      </dsp:nvSpPr>
      <dsp:spPr>
        <a:xfrm>
          <a:off x="3166732" y="1225500"/>
          <a:ext cx="214857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2A225-501F-EA41-816C-CC8E3445C194}">
      <dsp:nvSpPr>
        <dsp:cNvPr id="0" name=""/>
        <dsp:cNvSpPr/>
      </dsp:nvSpPr>
      <dsp:spPr>
        <a:xfrm>
          <a:off x="3409709" y="917285"/>
          <a:ext cx="1432380" cy="85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Text Normalization</a:t>
          </a:r>
        </a:p>
      </dsp:txBody>
      <dsp:txXfrm>
        <a:off x="3409709" y="917285"/>
        <a:ext cx="1432380" cy="859428"/>
      </dsp:txXfrm>
    </dsp:sp>
    <dsp:sp modelId="{F2C9D0B2-C2BD-3D43-A54A-848811DB9D83}">
      <dsp:nvSpPr>
        <dsp:cNvPr id="0" name=""/>
        <dsp:cNvSpPr/>
      </dsp:nvSpPr>
      <dsp:spPr>
        <a:xfrm>
          <a:off x="4870210" y="1225500"/>
          <a:ext cx="214857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F3D87-93D3-B04D-8619-12E241AD7D28}">
      <dsp:nvSpPr>
        <dsp:cNvPr id="0" name=""/>
        <dsp:cNvSpPr/>
      </dsp:nvSpPr>
      <dsp:spPr>
        <a:xfrm>
          <a:off x="5113188" y="917285"/>
          <a:ext cx="1432380" cy="85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Tokenization &amp; Stopword Removal</a:t>
          </a:r>
        </a:p>
      </dsp:txBody>
      <dsp:txXfrm>
        <a:off x="5113188" y="917285"/>
        <a:ext cx="1432380" cy="859428"/>
      </dsp:txXfrm>
    </dsp:sp>
    <dsp:sp modelId="{70D75C17-5A54-374A-B498-47FA446EDB02}">
      <dsp:nvSpPr>
        <dsp:cNvPr id="0" name=""/>
        <dsp:cNvSpPr/>
      </dsp:nvSpPr>
      <dsp:spPr>
        <a:xfrm>
          <a:off x="6573689" y="1225500"/>
          <a:ext cx="214857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8532E-A754-8848-8BB0-60474FE99155}">
      <dsp:nvSpPr>
        <dsp:cNvPr id="0" name=""/>
        <dsp:cNvSpPr/>
      </dsp:nvSpPr>
      <dsp:spPr>
        <a:xfrm>
          <a:off x="6816667" y="917285"/>
          <a:ext cx="1432380" cy="85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Cleaned Data</a:t>
          </a:r>
        </a:p>
      </dsp:txBody>
      <dsp:txXfrm>
        <a:off x="6816667" y="917285"/>
        <a:ext cx="1432380" cy="8594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1259D-DD5C-334D-A128-1984931CB01C}">
      <dsp:nvSpPr>
        <dsp:cNvPr id="0" name=""/>
        <dsp:cNvSpPr/>
      </dsp:nvSpPr>
      <dsp:spPr>
        <a:xfrm>
          <a:off x="0" y="329539"/>
          <a:ext cx="3721395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ROC Curve and Confusion Matrix</a:t>
          </a:r>
          <a:endParaRPr lang="en-US" sz="1800" kern="1200"/>
        </a:p>
      </dsp:txBody>
      <dsp:txXfrm>
        <a:off x="21589" y="351128"/>
        <a:ext cx="3678217" cy="399082"/>
      </dsp:txXfrm>
    </dsp:sp>
    <dsp:sp modelId="{A0C47E43-8F9B-FA4D-A6CB-5BDFD23615B1}">
      <dsp:nvSpPr>
        <dsp:cNvPr id="0" name=""/>
        <dsp:cNvSpPr/>
      </dsp:nvSpPr>
      <dsp:spPr>
        <a:xfrm>
          <a:off x="0" y="823640"/>
          <a:ext cx="3721395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ROC Curve</a:t>
          </a:r>
          <a:r>
            <a:rPr lang="en-US" sz="1800" b="0" i="0" kern="1200"/>
            <a:t>:</a:t>
          </a:r>
          <a:endParaRPr lang="en-US" sz="1800" kern="1200"/>
        </a:p>
      </dsp:txBody>
      <dsp:txXfrm>
        <a:off x="21589" y="845229"/>
        <a:ext cx="3678217" cy="399082"/>
      </dsp:txXfrm>
    </dsp:sp>
    <dsp:sp modelId="{96CC4935-711A-1049-819B-6221E0C10D64}">
      <dsp:nvSpPr>
        <dsp:cNvPr id="0" name=""/>
        <dsp:cNvSpPr/>
      </dsp:nvSpPr>
      <dsp:spPr>
        <a:xfrm>
          <a:off x="0" y="1265899"/>
          <a:ext cx="3721395" cy="689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5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Plot True Positive Rate vs. False Positive Rate.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Show AUC improvement after tuning.</a:t>
          </a:r>
          <a:endParaRPr lang="en-US" sz="1400" kern="1200"/>
        </a:p>
      </dsp:txBody>
      <dsp:txXfrm>
        <a:off x="0" y="1265899"/>
        <a:ext cx="3721395" cy="689310"/>
      </dsp:txXfrm>
    </dsp:sp>
    <dsp:sp modelId="{EDAC778E-9FA2-A246-A82E-B69B83D37479}">
      <dsp:nvSpPr>
        <dsp:cNvPr id="0" name=""/>
        <dsp:cNvSpPr/>
      </dsp:nvSpPr>
      <dsp:spPr>
        <a:xfrm>
          <a:off x="0" y="1955210"/>
          <a:ext cx="3721395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Confusion Matrix</a:t>
          </a:r>
          <a:r>
            <a:rPr lang="en-US" sz="1800" b="0" i="0" kern="1200"/>
            <a:t>:</a:t>
          </a:r>
          <a:endParaRPr lang="en-US" sz="1800" kern="1200"/>
        </a:p>
      </dsp:txBody>
      <dsp:txXfrm>
        <a:off x="21589" y="1976799"/>
        <a:ext cx="3678217" cy="399082"/>
      </dsp:txXfrm>
    </dsp:sp>
    <dsp:sp modelId="{4368C53B-BA15-884E-9F56-5C6BF6BE7131}">
      <dsp:nvSpPr>
        <dsp:cNvPr id="0" name=""/>
        <dsp:cNvSpPr/>
      </dsp:nvSpPr>
      <dsp:spPr>
        <a:xfrm>
          <a:off x="0" y="2397469"/>
          <a:ext cx="3721395" cy="689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5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Legitimate: High True Positives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Fraudulent: Reduced False Positives after tuning</a:t>
          </a:r>
          <a:endParaRPr lang="en-US" sz="1400" kern="1200"/>
        </a:p>
      </dsp:txBody>
      <dsp:txXfrm>
        <a:off x="0" y="2397469"/>
        <a:ext cx="3721395" cy="68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405FF-2493-434A-B93D-274983253265}">
      <dsp:nvSpPr>
        <dsp:cNvPr id="0" name=""/>
        <dsp:cNvSpPr/>
      </dsp:nvSpPr>
      <dsp:spPr>
        <a:xfrm>
          <a:off x="0" y="0"/>
          <a:ext cx="6703694" cy="14685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Logos Indicate Credibility</a:t>
          </a:r>
          <a:r>
            <a:rPr lang="en-US" sz="2300" kern="1200"/>
            <a:t>: 79.5% of legitimate postings have logos.</a:t>
          </a:r>
        </a:p>
      </dsp:txBody>
      <dsp:txXfrm>
        <a:off x="43013" y="43013"/>
        <a:ext cx="5185807" cy="1382550"/>
      </dsp:txXfrm>
    </dsp:sp>
    <dsp:sp modelId="{2B5B1716-2853-EA4C-B395-1E9B2CA17064}">
      <dsp:nvSpPr>
        <dsp:cNvPr id="0" name=""/>
        <dsp:cNvSpPr/>
      </dsp:nvSpPr>
      <dsp:spPr>
        <a:xfrm>
          <a:off x="1183005" y="1794926"/>
          <a:ext cx="6703694" cy="14685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Part-Time Roles Prone to Fraud</a:t>
          </a:r>
          <a:r>
            <a:rPr lang="en-US" sz="2300" kern="1200"/>
            <a:t>: 11.8% of fraudulent postings are part-time vs. 5.2% legitimate.</a:t>
          </a:r>
        </a:p>
      </dsp:txBody>
      <dsp:txXfrm>
        <a:off x="1226018" y="1837939"/>
        <a:ext cx="4480089" cy="1382550"/>
      </dsp:txXfrm>
    </dsp:sp>
    <dsp:sp modelId="{889D5A2D-A1A9-6442-99D0-FBD63B2D5555}">
      <dsp:nvSpPr>
        <dsp:cNvPr id="0" name=""/>
        <dsp:cNvSpPr/>
      </dsp:nvSpPr>
      <dsp:spPr>
        <a:xfrm>
          <a:off x="5749120" y="1154464"/>
          <a:ext cx="954574" cy="95457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963899" y="1154464"/>
        <a:ext cx="525016" cy="7183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B3A76-D43E-3241-AA5E-B3826ADB1DFB}">
      <dsp:nvSpPr>
        <dsp:cNvPr id="0" name=""/>
        <dsp:cNvSpPr/>
      </dsp:nvSpPr>
      <dsp:spPr>
        <a:xfrm>
          <a:off x="0" y="263602"/>
          <a:ext cx="500012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2A03A-6D0E-8340-8879-CC2B0685F599}">
      <dsp:nvSpPr>
        <dsp:cNvPr id="0" name=""/>
        <dsp:cNvSpPr/>
      </dsp:nvSpPr>
      <dsp:spPr>
        <a:xfrm>
          <a:off x="250006" y="71722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Visual Split for Suggestions</a:t>
          </a:r>
          <a:endParaRPr lang="en-US" sz="1300" kern="1200"/>
        </a:p>
      </dsp:txBody>
      <dsp:txXfrm>
        <a:off x="268740" y="90456"/>
        <a:ext cx="3462618" cy="346292"/>
      </dsp:txXfrm>
    </dsp:sp>
    <dsp:sp modelId="{5ABF3295-ACCC-6345-8F58-FEABD71A2040}">
      <dsp:nvSpPr>
        <dsp:cNvPr id="0" name=""/>
        <dsp:cNvSpPr/>
      </dsp:nvSpPr>
      <dsp:spPr>
        <a:xfrm>
          <a:off x="0" y="853282"/>
          <a:ext cx="5000124" cy="112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891710"/>
              <a:satOff val="5125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270764" rIns="38806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Deep Learning (e.g., LSTM, Transformers) for better fraud detection.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Ensemble Methods to combine Decision Trees with boosting or bagging.</a:t>
          </a:r>
          <a:endParaRPr lang="en-US" sz="1300" kern="1200"/>
        </a:p>
      </dsp:txBody>
      <dsp:txXfrm>
        <a:off x="0" y="853282"/>
        <a:ext cx="5000124" cy="1126125"/>
      </dsp:txXfrm>
    </dsp:sp>
    <dsp:sp modelId="{AF9473E3-561F-354A-8919-C588E8400F66}">
      <dsp:nvSpPr>
        <dsp:cNvPr id="0" name=""/>
        <dsp:cNvSpPr/>
      </dsp:nvSpPr>
      <dsp:spPr>
        <a:xfrm>
          <a:off x="250006" y="661402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1891710"/>
                <a:satOff val="5125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91710"/>
                <a:satOff val="5125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91710"/>
                <a:satOff val="5125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Advanced ML Techniques</a:t>
          </a:r>
          <a:r>
            <a:rPr lang="en-US" sz="1300" b="0" i="0" kern="1200"/>
            <a:t>:</a:t>
          </a:r>
          <a:endParaRPr lang="en-US" sz="1300" kern="1200"/>
        </a:p>
      </dsp:txBody>
      <dsp:txXfrm>
        <a:off x="268740" y="680136"/>
        <a:ext cx="3462618" cy="346292"/>
      </dsp:txXfrm>
    </dsp:sp>
    <dsp:sp modelId="{E82F47AA-B7D1-6D4D-89EE-283B8663B31F}">
      <dsp:nvSpPr>
        <dsp:cNvPr id="0" name=""/>
        <dsp:cNvSpPr/>
      </dsp:nvSpPr>
      <dsp:spPr>
        <a:xfrm>
          <a:off x="0" y="2241487"/>
          <a:ext cx="5000124" cy="757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783419"/>
              <a:satOff val="10250"/>
              <a:lumOff val="-81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270764" rIns="38806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Work with industry leaders to refine detection.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Implement real-time fraud alerts.</a:t>
          </a:r>
          <a:endParaRPr lang="en-US" sz="1300" kern="1200"/>
        </a:p>
      </dsp:txBody>
      <dsp:txXfrm>
        <a:off x="0" y="2241487"/>
        <a:ext cx="5000124" cy="757574"/>
      </dsp:txXfrm>
    </dsp:sp>
    <dsp:sp modelId="{8427E86C-1B43-1145-817B-E7B359E0D1C3}">
      <dsp:nvSpPr>
        <dsp:cNvPr id="0" name=""/>
        <dsp:cNvSpPr/>
      </dsp:nvSpPr>
      <dsp:spPr>
        <a:xfrm>
          <a:off x="250006" y="2049607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3783419"/>
                <a:satOff val="10250"/>
                <a:lumOff val="-81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83419"/>
                <a:satOff val="10250"/>
                <a:lumOff val="-81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83419"/>
                <a:satOff val="10250"/>
                <a:lumOff val="-81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Collaboration with Job Platforms</a:t>
          </a:r>
          <a:r>
            <a:rPr lang="en-US" sz="1300" b="0" i="0" kern="1200"/>
            <a:t>:</a:t>
          </a:r>
          <a:endParaRPr lang="en-US" sz="1300" kern="1200"/>
        </a:p>
      </dsp:txBody>
      <dsp:txXfrm>
        <a:off x="268740" y="2068341"/>
        <a:ext cx="3462618" cy="346292"/>
      </dsp:txXfrm>
    </dsp:sp>
    <dsp:sp modelId="{7AAB7C0B-F935-F043-8F50-6273C5BA2A80}">
      <dsp:nvSpPr>
        <dsp:cNvPr id="0" name=""/>
        <dsp:cNvSpPr/>
      </dsp:nvSpPr>
      <dsp:spPr>
        <a:xfrm>
          <a:off x="0" y="3261142"/>
          <a:ext cx="5000124" cy="757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675129"/>
              <a:satOff val="15375"/>
              <a:lumOff val="-1215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270764" rIns="38806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Regular dataset updates.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Monitor evolving patterns in fraudulent postings.</a:t>
          </a:r>
          <a:endParaRPr lang="en-US" sz="1300" kern="1200"/>
        </a:p>
      </dsp:txBody>
      <dsp:txXfrm>
        <a:off x="0" y="3261142"/>
        <a:ext cx="5000124" cy="757574"/>
      </dsp:txXfrm>
    </dsp:sp>
    <dsp:sp modelId="{080A3F92-FB96-D74D-B349-21E91EA3D7C5}">
      <dsp:nvSpPr>
        <dsp:cNvPr id="0" name=""/>
        <dsp:cNvSpPr/>
      </dsp:nvSpPr>
      <dsp:spPr>
        <a:xfrm>
          <a:off x="250006" y="3069262"/>
          <a:ext cx="3500086" cy="383760"/>
        </a:xfrm>
        <a:prstGeom prst="roundRect">
          <a:avLst/>
        </a:prstGeom>
        <a:gradFill rotWithShape="0">
          <a:gsLst>
            <a:gs pos="0">
              <a:schemeClr val="accent2">
                <a:hueOff val="5675129"/>
                <a:satOff val="15375"/>
                <a:lumOff val="-1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75129"/>
                <a:satOff val="15375"/>
                <a:lumOff val="-1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75129"/>
                <a:satOff val="15375"/>
                <a:lumOff val="-1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Continuous Updates for Fraud Tactics</a:t>
          </a:r>
          <a:r>
            <a:rPr lang="en-US" sz="1300" b="0" i="0" kern="1200"/>
            <a:t>:</a:t>
          </a:r>
          <a:endParaRPr lang="en-US" sz="1300" kern="1200"/>
        </a:p>
      </dsp:txBody>
      <dsp:txXfrm>
        <a:off x="268740" y="3087996"/>
        <a:ext cx="3462618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1443acc01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1443acc01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C8318D4-DE1E-BEFF-B4F6-384533E0F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1443acc015_0_9:notes">
            <a:extLst>
              <a:ext uri="{FF2B5EF4-FFF2-40B4-BE49-F238E27FC236}">
                <a16:creationId xmlns:a16="http://schemas.microsoft.com/office/drawing/2014/main" id="{1DCE48F0-C43D-56C0-2C0E-4B2B1B16E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1443acc015_0_9:notes">
            <a:extLst>
              <a:ext uri="{FF2B5EF4-FFF2-40B4-BE49-F238E27FC236}">
                <a16:creationId xmlns:a16="http://schemas.microsoft.com/office/drawing/2014/main" id="{0AC65B54-1DE2-E373-D7FC-1146E7F83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215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f8be5cb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f8be5cb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f8bffe0f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f8bffe0f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f8bffe0f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f8bffe0f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f8bffe0f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f8bffe0f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f8bffe0f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f8bffe0f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f8bffe0f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6f8bffe0f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f8bffe0f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f8bffe0f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1694bb1549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1694bb1549_0_1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459765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906798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1018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051005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679836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335889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1821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17193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61378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2377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544079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221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416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transition spd="med">
    <p:fade thruBlk="1"/>
  </p:transition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51435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4294967295"/>
          </p:nvPr>
        </p:nvSpPr>
        <p:spPr>
          <a:xfrm>
            <a:off x="600331" y="1718147"/>
            <a:ext cx="3465438" cy="342535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marL="0" lvl="0" indent="0" defTabSz="914400">
              <a:spcAft>
                <a:spcPts val="0"/>
              </a:spcAft>
            </a:pPr>
            <a: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MIS 5613</a:t>
            </a:r>
            <a:b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b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FALL 2024 – GROUP 5</a:t>
            </a:r>
            <a:b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b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DATA MINING &amp; TEXT ANALYTICS IN BUSINESS</a:t>
            </a:r>
            <a:b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b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r>
              <a:rPr lang="en-US" sz="27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REAL OR FAKE JOB POSTING PREDICTION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-</a:t>
            </a:r>
            <a:r>
              <a:rPr lang="en-US" sz="24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"Leveraging Data to Protect Job Seekers and Ensure Trust"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  <a:sym typeface="Times New Roman"/>
            </a:endParaRPr>
          </a:p>
          <a:p>
            <a:pPr marL="0" lvl="0" indent="0" defTabSz="914400">
              <a:spcAft>
                <a:spcPts val="0"/>
              </a:spcAft>
            </a:pPr>
            <a:endParaRPr lang="en-US" sz="1800" kern="1200" dirty="0">
              <a:solidFill>
                <a:schemeClr val="tx1"/>
              </a:solidFill>
              <a:latin typeface="+mj-lt"/>
              <a:ea typeface="+mj-ea"/>
              <a:cs typeface="+mj-cs"/>
              <a:sym typeface="Times New Roman"/>
            </a:endParaRPr>
          </a:p>
        </p:txBody>
      </p:sp>
      <p:pic>
        <p:nvPicPr>
          <p:cNvPr id="131" name="Picture 130" descr="A group of people discussing something&#10;&#10;Description automatically generated">
            <a:extLst>
              <a:ext uri="{FF2B5EF4-FFF2-40B4-BE49-F238E27FC236}">
                <a16:creationId xmlns:a16="http://schemas.microsoft.com/office/drawing/2014/main" id="{8BD292B4-07CD-0C50-70C4-06A325B04B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21" r="41880"/>
          <a:stretch/>
        </p:blipFill>
        <p:spPr>
          <a:xfrm>
            <a:off x="5389317" y="482600"/>
            <a:ext cx="2837453" cy="4178299"/>
          </a:xfrm>
          <a:prstGeom prst="rect">
            <a:avLst/>
          </a:prstGeom>
        </p:spPr>
      </p:pic>
      <p:sp>
        <p:nvSpPr>
          <p:cNvPr id="129" name="Google Shape;129;p13"/>
          <p:cNvSpPr txBox="1"/>
          <p:nvPr/>
        </p:nvSpPr>
        <p:spPr>
          <a:xfrm>
            <a:off x="1135000" y="1765550"/>
            <a:ext cx="239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1;p15">
            <a:extLst>
              <a:ext uri="{FF2B5EF4-FFF2-40B4-BE49-F238E27FC236}">
                <a16:creationId xmlns:a16="http://schemas.microsoft.com/office/drawing/2014/main" id="{0542C826-B154-9507-99A5-D519EED0B6BF}"/>
              </a:ext>
            </a:extLst>
          </p:cNvPr>
          <p:cNvGraphicFramePr/>
          <p:nvPr/>
        </p:nvGraphicFramePr>
        <p:xfrm>
          <a:off x="510019" y="1692417"/>
          <a:ext cx="8251800" cy="334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9">
          <a:extLst>
            <a:ext uri="{FF2B5EF4-FFF2-40B4-BE49-F238E27FC236}">
              <a16:creationId xmlns:a16="http://schemas.microsoft.com/office/drawing/2014/main" id="{EE57DEFA-8FEC-ED38-A45E-9FF36B9A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51E7B94E-2C9B-A118-3736-2AE6AB5F92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9858" y="1262817"/>
            <a:ext cx="2336449" cy="179726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914400">
              <a:spcAft>
                <a:spcPts val="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/>
              </a:rPr>
              <a:t>Introduction</a:t>
            </a:r>
            <a:endParaRPr lang="en-US" sz="3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3" name="Google Shape;141;p15">
            <a:extLst>
              <a:ext uri="{FF2B5EF4-FFF2-40B4-BE49-F238E27FC236}">
                <a16:creationId xmlns:a16="http://schemas.microsoft.com/office/drawing/2014/main" id="{48C59436-D32A-5D42-61B8-04132C50A0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6997296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107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15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4" name="Arc 15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 idx="4294967295"/>
          </p:nvPr>
        </p:nvSpPr>
        <p:spPr>
          <a:xfrm>
            <a:off x="4421221" y="359619"/>
            <a:ext cx="4094129" cy="99417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Aft>
                <a:spcPts val="0"/>
              </a:spcAft>
            </a:pPr>
            <a:r>
              <a:rPr lang="en-US" sz="4100" b="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Dataset Overview</a:t>
            </a:r>
            <a:endParaRPr lang="en-US" sz="4100" b="1" kern="1200">
              <a:solidFill>
                <a:schemeClr val="tx1"/>
              </a:solidFill>
              <a:latin typeface="+mj-lt"/>
              <a:ea typeface="+mj-ea"/>
              <a:cs typeface="+mj-cs"/>
              <a:sym typeface="Times New Roman"/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A graph of a number of blue squares&#10;&#10;Description automatically generated">
            <a:extLst>
              <a:ext uri="{FF2B5EF4-FFF2-40B4-BE49-F238E27FC236}">
                <a16:creationId xmlns:a16="http://schemas.microsoft.com/office/drawing/2014/main" id="{16CE886B-407A-13E9-4298-6801FC228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8" y="1133104"/>
            <a:ext cx="3851814" cy="295626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4421221" y="1488332"/>
            <a:ext cx="4094129" cy="314439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Source:</a:t>
            </a:r>
            <a:r>
              <a:rPr lang="en-US" b="0" i="0" u="none" strike="noStrike" dirty="0">
                <a:effectLst/>
              </a:rPr>
              <a:t> Kaggle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Records:</a:t>
            </a:r>
            <a:r>
              <a:rPr lang="en-US" b="0" i="0" u="none" strike="noStrike" dirty="0">
                <a:effectLst/>
              </a:rPr>
              <a:t> 17,880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Attributes:</a:t>
            </a:r>
            <a:r>
              <a:rPr lang="en-US" b="0" i="0" u="none" strike="noStrike" dirty="0">
                <a:effectLst/>
              </a:rPr>
              <a:t> 18 (e.g., title, location, salary)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Graph showing </a:t>
            </a:r>
            <a:r>
              <a:rPr lang="en-US" dirty="0">
                <a:effectLst/>
              </a:rPr>
              <a:t>Distribution of Fraudulent Job Posting vs Non-Fraudulent Job Postings </a:t>
            </a:r>
            <a:endParaRPr lang="en-US" b="0" i="0" u="none" strike="noStrike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>
            <a:spLocks noGrp="1"/>
          </p:cNvSpPr>
          <p:nvPr>
            <p:ph type="title" idx="4294967295"/>
          </p:nvPr>
        </p:nvSpPr>
        <p:spPr>
          <a:xfrm>
            <a:off x="0" y="547688"/>
            <a:ext cx="7505700" cy="954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Steps</a:t>
            </a:r>
            <a:endParaRPr sz="2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5" name="Google Shape;153;p17">
            <a:extLst>
              <a:ext uri="{FF2B5EF4-FFF2-40B4-BE49-F238E27FC236}">
                <a16:creationId xmlns:a16="http://schemas.microsoft.com/office/drawing/2014/main" id="{08AA7682-00AF-C800-3488-2C32A99981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9958689"/>
              </p:ext>
            </p:extLst>
          </p:nvPr>
        </p:nvGraphicFramePr>
        <p:xfrm>
          <a:off x="494058" y="1024731"/>
          <a:ext cx="8251800" cy="269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A83CC6E-513A-1A57-A11D-978EFE15A93F}"/>
              </a:ext>
            </a:extLst>
          </p:cNvPr>
          <p:cNvSpPr txBox="1"/>
          <p:nvPr/>
        </p:nvSpPr>
        <p:spPr>
          <a:xfrm>
            <a:off x="0" y="2914153"/>
            <a:ext cx="23391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"Looking for a highly motivated individual to JOIN our team ASAP!! Email resume to </a:t>
            </a:r>
            <a:r>
              <a:rPr lang="en-US" dirty="0" err="1"/>
              <a:t>jobs@example.com</a:t>
            </a:r>
            <a:r>
              <a:rPr lang="en-US" dirty="0"/>
              <a:t>!"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24B93-3AAB-426E-2FA8-47050CE1B779}"/>
              </a:ext>
            </a:extLst>
          </p:cNvPr>
          <p:cNvSpPr txBox="1"/>
          <p:nvPr/>
        </p:nvSpPr>
        <p:spPr>
          <a:xfrm>
            <a:off x="7005128" y="2906752"/>
            <a:ext cx="2234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"looking highly motivated individual join team email resume jobs"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14481-90FE-7A25-3004-78338E555741}"/>
              </a:ext>
            </a:extLst>
          </p:cNvPr>
          <p:cNvSpPr txBox="1"/>
          <p:nvPr/>
        </p:nvSpPr>
        <p:spPr>
          <a:xfrm>
            <a:off x="3041334" y="3052652"/>
            <a:ext cx="46625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 Applied: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Converted to lowercase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Removed punctuation and special characters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Removed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stopwords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8" name="Rectangle 16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9" name="Arc 16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Google Shape;158;p18"/>
          <p:cNvSpPr txBox="1">
            <a:spLocks noGrp="1"/>
          </p:cNvSpPr>
          <p:nvPr>
            <p:ph type="title" idx="4294967295"/>
          </p:nvPr>
        </p:nvSpPr>
        <p:spPr>
          <a:xfrm>
            <a:off x="4421221" y="359619"/>
            <a:ext cx="4094129" cy="99417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Aft>
                <a:spcPts val="0"/>
              </a:spcAft>
            </a:pPr>
            <a:r>
              <a:rPr lang="en-US" sz="3100" b="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Model Selection &amp; Performance</a:t>
            </a: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  <a:sym typeface="Times New Roman"/>
            </a:endParaRP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990D638-EA6B-42FC-48A9-52F2E3DF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7066" y="-1448328"/>
            <a:ext cx="4094129" cy="31443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Comparison Table</a:t>
            </a:r>
          </a:p>
          <a:p>
            <a:pPr marL="0"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3B04A7-3E0C-131C-87DF-C02B04BB3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35525"/>
              </p:ext>
            </p:extLst>
          </p:nvPr>
        </p:nvGraphicFramePr>
        <p:xfrm>
          <a:off x="527386" y="1339839"/>
          <a:ext cx="3583037" cy="2336517"/>
        </p:xfrm>
        <a:graphic>
          <a:graphicData uri="http://schemas.openxmlformats.org/drawingml/2006/table">
            <a:tbl>
              <a:tblPr/>
              <a:tblGrid>
                <a:gridCol w="1009817">
                  <a:extLst>
                    <a:ext uri="{9D8B030D-6E8A-4147-A177-3AD203B41FA5}">
                      <a16:colId xmlns:a16="http://schemas.microsoft.com/office/drawing/2014/main" val="775646438"/>
                    </a:ext>
                  </a:extLst>
                </a:gridCol>
                <a:gridCol w="1210253">
                  <a:extLst>
                    <a:ext uri="{9D8B030D-6E8A-4147-A177-3AD203B41FA5}">
                      <a16:colId xmlns:a16="http://schemas.microsoft.com/office/drawing/2014/main" val="820457793"/>
                    </a:ext>
                  </a:extLst>
                </a:gridCol>
                <a:gridCol w="1362967">
                  <a:extLst>
                    <a:ext uri="{9D8B030D-6E8A-4147-A177-3AD203B41FA5}">
                      <a16:colId xmlns:a16="http://schemas.microsoft.com/office/drawing/2014/main" val="24933372"/>
                    </a:ext>
                  </a:extLst>
                </a:gridCol>
              </a:tblGrid>
              <a:tr h="508536">
                <a:tc>
                  <a:txBody>
                    <a:bodyPr/>
                    <a:lstStyle/>
                    <a:p>
                      <a:r>
                        <a:rPr lang="en-US" sz="1000" b="1"/>
                        <a:t>Metric</a:t>
                      </a:r>
                      <a:endParaRPr lang="en-US" sz="1000"/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Decision Tree (Initial)</a:t>
                      </a:r>
                      <a:endParaRPr lang="en-US" sz="1000"/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Decision Tree (Tuned)</a:t>
                      </a:r>
                      <a:endParaRPr lang="en-US" sz="1000"/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412210"/>
                  </a:ext>
                </a:extLst>
              </a:tr>
              <a:tr h="508536">
                <a:tc>
                  <a:txBody>
                    <a:bodyPr/>
                    <a:lstStyle/>
                    <a:p>
                      <a:r>
                        <a:rPr lang="en-US" sz="1000" b="1"/>
                        <a:t>Precision</a:t>
                      </a:r>
                      <a:endParaRPr lang="en-US" sz="1000"/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 for Legitimate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Improved for Fraudulent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850747"/>
                  </a:ext>
                </a:extLst>
              </a:tr>
              <a:tr h="508536">
                <a:tc>
                  <a:txBody>
                    <a:bodyPr/>
                    <a:lstStyle/>
                    <a:p>
                      <a:r>
                        <a:rPr lang="en-US" sz="1000" b="1"/>
                        <a:t>Recall</a:t>
                      </a:r>
                      <a:endParaRPr lang="en-US" sz="1000"/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Moderate for Fraudulent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Slightly Lower for Fraudulent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081068"/>
                  </a:ext>
                </a:extLst>
              </a:tr>
              <a:tr h="508536">
                <a:tc>
                  <a:txBody>
                    <a:bodyPr/>
                    <a:lstStyle/>
                    <a:p>
                      <a:r>
                        <a:rPr lang="en-US" sz="1000" b="1"/>
                        <a:t>F1-Score</a:t>
                      </a:r>
                      <a:endParaRPr lang="en-US" sz="1000"/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Balanced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Higher for Legitimate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978351"/>
                  </a:ext>
                </a:extLst>
              </a:tr>
              <a:tr h="302373">
                <a:tc>
                  <a:txBody>
                    <a:bodyPr/>
                    <a:lstStyle/>
                    <a:p>
                      <a:r>
                        <a:rPr lang="en-US" sz="1000" b="1"/>
                        <a:t>Accuracy</a:t>
                      </a:r>
                      <a:endParaRPr lang="en-US" sz="1000"/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85%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89%</a:t>
                      </a:r>
                    </a:p>
                  </a:txBody>
                  <a:tcPr marL="68721" marR="68721" marT="34360" marB="34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030339"/>
                  </a:ext>
                </a:extLst>
              </a:tr>
            </a:tbl>
          </a:graphicData>
        </a:graphic>
      </p:graphicFrame>
      <p:graphicFrame>
        <p:nvGraphicFramePr>
          <p:cNvPr id="171" name="TextBox 11">
            <a:extLst>
              <a:ext uri="{FF2B5EF4-FFF2-40B4-BE49-F238E27FC236}">
                <a16:creationId xmlns:a16="http://schemas.microsoft.com/office/drawing/2014/main" id="{B87D9771-BBB8-9467-2166-6B801864D269}"/>
              </a:ext>
            </a:extLst>
          </p:cNvPr>
          <p:cNvGraphicFramePr/>
          <p:nvPr/>
        </p:nvGraphicFramePr>
        <p:xfrm>
          <a:off x="4453183" y="1353792"/>
          <a:ext cx="3721395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8" name="Rectangle 17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0" name="Arc 17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0" name="Google Shape;170;p20"/>
          <p:cNvSpPr txBox="1">
            <a:spLocks noGrp="1"/>
          </p:cNvSpPr>
          <p:nvPr>
            <p:ph type="title" idx="4294967295"/>
          </p:nvPr>
        </p:nvSpPr>
        <p:spPr>
          <a:xfrm>
            <a:off x="4421221" y="359619"/>
            <a:ext cx="4094129" cy="99417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Aft>
                <a:spcPts val="0"/>
              </a:spcAft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Model Selection: Classification</a:t>
            </a:r>
          </a:p>
          <a:p>
            <a:pPr marL="0" lvl="0" indent="0" defTabSz="914400">
              <a:spcAft>
                <a:spcPts val="0"/>
              </a:spcAft>
            </a:pP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  <a:sym typeface="Times New Roman"/>
            </a:endParaRPr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5" name="Graphic 174" descr="Head with Gears">
            <a:extLst>
              <a:ext uri="{FF2B5EF4-FFF2-40B4-BE49-F238E27FC236}">
                <a16:creationId xmlns:a16="http://schemas.microsoft.com/office/drawing/2014/main" id="{75F74B1E-9976-C531-9A04-8927A3D18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386" y="716577"/>
            <a:ext cx="3583036" cy="35830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4421221" y="1488332"/>
            <a:ext cx="4094129" cy="314439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>
                <a:sym typeface="Times New Roman"/>
              </a:rPr>
              <a:t>We chose classification as our modeling approach due to its effectiveness in categorizing data into predefined groups.</a:t>
            </a:r>
          </a:p>
          <a:p>
            <a:pPr marL="457200" lvl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>
                <a:sym typeface="Times New Roman"/>
              </a:rPr>
              <a:t>Supervised learning with labeled data enables us to train models to make predictions based on past examples.</a:t>
            </a:r>
          </a:p>
          <a:p>
            <a:pPr marL="0" lvl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200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Google Shape;194;p24"/>
          <p:cNvSpPr txBox="1">
            <a:spLocks noGrp="1"/>
          </p:cNvSpPr>
          <p:nvPr>
            <p:ph type="title" idx="4294967295"/>
          </p:nvPr>
        </p:nvSpPr>
        <p:spPr>
          <a:xfrm>
            <a:off x="628650" y="344897"/>
            <a:ext cx="7886700" cy="75344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 defTabSz="914400">
              <a:spcAft>
                <a:spcPts val="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/>
              </a:rPr>
              <a:t>Actionable Insights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190977"/>
            <a:ext cx="8274756" cy="3576285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7" name="Google Shape;195;p24">
            <a:extLst>
              <a:ext uri="{FF2B5EF4-FFF2-40B4-BE49-F238E27FC236}">
                <a16:creationId xmlns:a16="http://schemas.microsoft.com/office/drawing/2014/main" id="{5BDCC5B3-4523-0573-D46A-2D0B20AB90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779078"/>
              </p:ext>
            </p:extLst>
          </p:nvPr>
        </p:nvGraphicFramePr>
        <p:xfrm>
          <a:off x="628650" y="1350683"/>
          <a:ext cx="7886700" cy="3263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0" name="Rectangle 2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Google Shape;206;p26"/>
          <p:cNvSpPr txBox="1">
            <a:spLocks noGrp="1"/>
          </p:cNvSpPr>
          <p:nvPr>
            <p:ph type="title" idx="4294967295"/>
          </p:nvPr>
        </p:nvSpPr>
        <p:spPr>
          <a:xfrm>
            <a:off x="439858" y="1262817"/>
            <a:ext cx="2336449" cy="179726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914400">
              <a:spcAft>
                <a:spcPts val="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/>
              </a:rPr>
              <a:t>Future Directions</a:t>
            </a:r>
          </a:p>
        </p:txBody>
      </p:sp>
      <p:graphicFrame>
        <p:nvGraphicFramePr>
          <p:cNvPr id="242" name="Google Shape;207;p26">
            <a:extLst>
              <a:ext uri="{FF2B5EF4-FFF2-40B4-BE49-F238E27FC236}">
                <a16:creationId xmlns:a16="http://schemas.microsoft.com/office/drawing/2014/main" id="{A65037AE-C1E0-F347-C6E4-215FD5C39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270718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5" name="Picture 214" descr="Different colored organizers">
            <a:extLst>
              <a:ext uri="{FF2B5EF4-FFF2-40B4-BE49-F238E27FC236}">
                <a16:creationId xmlns:a16="http://schemas.microsoft.com/office/drawing/2014/main" id="{C294D9D4-C31C-F369-75FF-6F18F900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02" r="7294"/>
          <a:stretch/>
        </p:blipFill>
        <p:spPr>
          <a:xfrm>
            <a:off x="20" y="10"/>
            <a:ext cx="7252212" cy="5143490"/>
          </a:xfrm>
          <a:prstGeom prst="rect">
            <a:avLst/>
          </a:prstGeom>
        </p:spPr>
      </p:pic>
      <p:sp>
        <p:nvSpPr>
          <p:cNvPr id="221" name="Rectangle 2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2" name="Google Shape;212;p27"/>
          <p:cNvSpPr txBox="1">
            <a:spLocks noGrp="1"/>
          </p:cNvSpPr>
          <p:nvPr>
            <p:ph type="title" idx="4294967295"/>
          </p:nvPr>
        </p:nvSpPr>
        <p:spPr>
          <a:xfrm>
            <a:off x="5648707" y="273843"/>
            <a:ext cx="2866642" cy="142493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Aft>
                <a:spcPts val="0"/>
              </a:spcAft>
            </a:pPr>
            <a:r>
              <a:rPr lang="en-US" sz="3000" b="1">
                <a:sym typeface="Times New Roman"/>
              </a:rPr>
              <a:t>References</a:t>
            </a:r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648707" y="1825650"/>
            <a:ext cx="2866642" cy="280707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1500">
                <a:sym typeface="Times New Roman"/>
              </a:rPr>
              <a:t>Kaggle Dataset: Real or Fake Job Posting Prediction</a:t>
            </a:r>
          </a:p>
          <a:p>
            <a:pPr marL="457200" lvl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1500">
                <a:sym typeface="Times New Roman"/>
              </a:rPr>
              <a:t>Natural Language Toolkit (NLTK) documentation</a:t>
            </a:r>
          </a:p>
          <a:p>
            <a:pPr marL="457200" lvl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1500">
                <a:sym typeface="Times New Roman"/>
              </a:rPr>
              <a:t>Scikit-learn documentation for Decision Tree Classifier and model evaluation metrics</a:t>
            </a:r>
          </a:p>
          <a:p>
            <a:pPr marL="0" lvl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4" name="Rectangle 223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Google Shape;218;p28"/>
          <p:cNvSpPr txBox="1"/>
          <p:nvPr/>
        </p:nvSpPr>
        <p:spPr>
          <a:xfrm>
            <a:off x="628650" y="273843"/>
            <a:ext cx="4168866" cy="99417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THANK YOU!</a:t>
            </a:r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4168866" cy="3263504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endParaRPr lang="en-US" b="1" dirty="0">
              <a:sym typeface="Open Sans"/>
            </a:endParaRPr>
          </a:p>
          <a:p>
            <a:pPr marL="0" lvl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r>
              <a:rPr lang="en-US" b="1" dirty="0">
                <a:sym typeface="Times New Roman"/>
              </a:rPr>
              <a:t>Presented by,</a:t>
            </a:r>
          </a:p>
          <a:p>
            <a:pPr marL="0" marR="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Bhargav </a:t>
            </a:r>
            <a:r>
              <a:rPr lang="en-US" dirty="0" err="1">
                <a:effectLst/>
              </a:rPr>
              <a:t>Manishankar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Pothuraju</a:t>
            </a:r>
            <a:endParaRPr lang="en-US" dirty="0">
              <a:effectLst/>
            </a:endParaRPr>
          </a:p>
          <a:p>
            <a:pPr marL="0" marR="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Naveen Kumar </a:t>
            </a:r>
            <a:r>
              <a:rPr lang="en-US" dirty="0" err="1">
                <a:effectLst/>
              </a:rPr>
              <a:t>Vankudoth</a:t>
            </a:r>
            <a:endParaRPr lang="en-US" dirty="0">
              <a:effectLst/>
            </a:endParaRPr>
          </a:p>
          <a:p>
            <a:pPr marL="0" marR="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Sai </a:t>
            </a:r>
            <a:r>
              <a:rPr lang="en-US" dirty="0" err="1">
                <a:effectLst/>
              </a:rPr>
              <a:t>Jaganadh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Kovuri</a:t>
            </a:r>
            <a:endParaRPr lang="en-US" dirty="0">
              <a:effectLst/>
            </a:endParaRPr>
          </a:p>
          <a:p>
            <a:pPr marL="0" marR="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Sharvani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Guduru</a:t>
            </a:r>
            <a:endParaRPr lang="en-US" dirty="0">
              <a:effectLst/>
            </a:endParaRPr>
          </a:p>
          <a:p>
            <a:pPr marL="0" lvl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endParaRPr lang="en-US" dirty="0">
              <a:sym typeface="Times New Roman"/>
            </a:endParaRPr>
          </a:p>
          <a:p>
            <a:pPr marL="0" lvl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endParaRPr lang="en-US" dirty="0">
              <a:sym typeface="Times New Roman"/>
            </a:endParaRPr>
          </a:p>
          <a:p>
            <a:pPr marL="0" lvl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0" name="Block Arc 229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2" name="Freeform: Shape 231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8" name="Arc 237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443</Words>
  <Application>Microsoft Macintosh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</vt:lpstr>
      <vt:lpstr>Calibri</vt:lpstr>
      <vt:lpstr>Open Sans</vt:lpstr>
      <vt:lpstr>Aptos Display</vt:lpstr>
      <vt:lpstr>Aptos</vt:lpstr>
      <vt:lpstr>Arial</vt:lpstr>
      <vt:lpstr>Office Theme</vt:lpstr>
      <vt:lpstr>MIS 5613  FALL 2024 – GROUP 5  DATA MINING &amp; TEXT ANALYTICS IN BUSINESS  REAL OR FAKE JOB POSTING PREDICTION  -"Leveraging Data to Protect Job Seekers and Ensure Trust" </vt:lpstr>
      <vt:lpstr>PowerPoint Presentation</vt:lpstr>
      <vt:lpstr>Introduction</vt:lpstr>
      <vt:lpstr>Dataset Overview</vt:lpstr>
      <vt:lpstr>Preprocessing Steps</vt:lpstr>
      <vt:lpstr>Model Selection &amp; Performance</vt:lpstr>
      <vt:lpstr>Model Selection: Classification </vt:lpstr>
      <vt:lpstr>Actionable Insights</vt:lpstr>
      <vt:lpstr>Future Directions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Sreenath Elisetty</cp:lastModifiedBy>
  <cp:revision>2</cp:revision>
  <dcterms:modified xsi:type="dcterms:W3CDTF">2024-11-29T04:11:15Z</dcterms:modified>
</cp:coreProperties>
</file>